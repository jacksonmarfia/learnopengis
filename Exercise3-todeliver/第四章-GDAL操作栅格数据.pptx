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 id="2147483673" r:id="rId2"/>
  </p:sldMasterIdLst>
  <p:notesMasterIdLst>
    <p:notesMasterId r:id="rId47"/>
  </p:notesMasterIdLst>
  <p:sldIdLst>
    <p:sldId id="271" r:id="rId3"/>
    <p:sldId id="313" r:id="rId4"/>
    <p:sldId id="275" r:id="rId5"/>
    <p:sldId id="272" r:id="rId6"/>
    <p:sldId id="355" r:id="rId7"/>
    <p:sldId id="277" r:id="rId8"/>
    <p:sldId id="356" r:id="rId9"/>
    <p:sldId id="357" r:id="rId10"/>
    <p:sldId id="279" r:id="rId11"/>
    <p:sldId id="282" r:id="rId12"/>
    <p:sldId id="283" r:id="rId13"/>
    <p:sldId id="310" r:id="rId14"/>
    <p:sldId id="284" r:id="rId15"/>
    <p:sldId id="286" r:id="rId16"/>
    <p:sldId id="287" r:id="rId17"/>
    <p:sldId id="288" r:id="rId18"/>
    <p:sldId id="289" r:id="rId19"/>
    <p:sldId id="353" r:id="rId20"/>
    <p:sldId id="290" r:id="rId21"/>
    <p:sldId id="291" r:id="rId22"/>
    <p:sldId id="292" r:id="rId23"/>
    <p:sldId id="293" r:id="rId24"/>
    <p:sldId id="294" r:id="rId25"/>
    <p:sldId id="296" r:id="rId26"/>
    <p:sldId id="358" r:id="rId27"/>
    <p:sldId id="359" r:id="rId28"/>
    <p:sldId id="360" r:id="rId29"/>
    <p:sldId id="361" r:id="rId30"/>
    <p:sldId id="362" r:id="rId31"/>
    <p:sldId id="297" r:id="rId32"/>
    <p:sldId id="298" r:id="rId33"/>
    <p:sldId id="350" r:id="rId34"/>
    <p:sldId id="311" r:id="rId35"/>
    <p:sldId id="299" r:id="rId36"/>
    <p:sldId id="300" r:id="rId37"/>
    <p:sldId id="302" r:id="rId38"/>
    <p:sldId id="303" r:id="rId39"/>
    <p:sldId id="304" r:id="rId40"/>
    <p:sldId id="305" r:id="rId41"/>
    <p:sldId id="306" r:id="rId42"/>
    <p:sldId id="307" r:id="rId43"/>
    <p:sldId id="308" r:id="rId44"/>
    <p:sldId id="351" r:id="rId45"/>
    <p:sldId id="309" r:id="rId46"/>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9018" autoAdjust="0"/>
    <p:restoredTop sz="78196" autoAdjust="0"/>
  </p:normalViewPr>
  <p:slideViewPr>
    <p:cSldViewPr snapToGrid="0">
      <p:cViewPr varScale="1">
        <p:scale>
          <a:sx n="71" d="100"/>
          <a:sy n="71" d="100"/>
        </p:scale>
        <p:origin x="328" y="4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slide" Target="slides/slide40.xml"/><Relationship Id="rId47" Type="http://schemas.openxmlformats.org/officeDocument/2006/relationships/notesMaster" Target="notesMasters/notesMaster1.xml"/><Relationship Id="rId50" Type="http://schemas.openxmlformats.org/officeDocument/2006/relationships/theme" Target="theme/theme1.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viewProps" Target="viewProps.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4" Type="http://schemas.openxmlformats.org/officeDocument/2006/relationships/slide" Target="slides/slide42.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presProps" Target="presProps.xml"/><Relationship Id="rId8" Type="http://schemas.openxmlformats.org/officeDocument/2006/relationships/slide" Target="slides/slide6.xml"/><Relationship Id="rId51" Type="http://schemas.openxmlformats.org/officeDocument/2006/relationships/tableStyles" Target="tableStyles.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20" Type="http://schemas.openxmlformats.org/officeDocument/2006/relationships/slide" Target="slides/slide18.xml"/><Relationship Id="rId41" Type="http://schemas.openxmlformats.org/officeDocument/2006/relationships/slide" Target="slides/slide39.xml"/><Relationship Id="rId1" Type="http://schemas.openxmlformats.org/officeDocument/2006/relationships/slideMaster" Target="slideMasters/slideMaster1.xml"/><Relationship Id="rId6"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A3CC430-894F-42D3-8C16-073B9F8886A9}" type="datetimeFigureOut">
              <a:rPr lang="zh-CN" altLang="en-US" smtClean="0"/>
              <a:t>2025/9/23</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A3C33C5-0F3E-445E-A9B0-160F9160CA7D}" type="slidenum">
              <a:rPr lang="zh-CN" altLang="en-US" smtClean="0"/>
              <a:t>‹#›</a:t>
            </a:fld>
            <a:endParaRPr lang="zh-CN" altLang="en-US"/>
          </a:p>
        </p:txBody>
      </p:sp>
    </p:spTree>
    <p:extLst>
      <p:ext uri="{BB962C8B-B14F-4D97-AF65-F5344CB8AC3E}">
        <p14:creationId xmlns:p14="http://schemas.microsoft.com/office/powerpoint/2010/main" val="328018483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zh-CN" altLang="en-US" dirty="0" smtClean="0"/>
              <a:t>添加</a:t>
            </a:r>
            <a:r>
              <a:rPr kumimoji="1" lang="en-US" altLang="zh-CN" dirty="0" err="1" smtClean="0"/>
              <a:t>hdf</a:t>
            </a:r>
            <a:r>
              <a:rPr kumimoji="1" lang="zh-CN" altLang="en-US" smtClean="0"/>
              <a:t>文件对偏移量查看和计算</a:t>
            </a:r>
            <a:endParaRPr kumimoji="1" lang="en-US" altLang="zh-CN" smtClean="0"/>
          </a:p>
        </p:txBody>
      </p:sp>
      <p:sp>
        <p:nvSpPr>
          <p:cNvPr id="4" name="灯片编号占位符 3"/>
          <p:cNvSpPr>
            <a:spLocks noGrp="1"/>
          </p:cNvSpPr>
          <p:nvPr>
            <p:ph type="sldNum" sz="quarter" idx="5"/>
          </p:nvPr>
        </p:nvSpPr>
        <p:spPr/>
        <p:txBody>
          <a:bodyPr/>
          <a:lstStyle/>
          <a:p>
            <a:pPr marL="0" marR="0" lvl="0" indent="0" algn="r" defTabSz="685800" eaLnBrk="1" fontAlgn="base" latinLnBrk="0" hangingPunct="1">
              <a:lnSpc>
                <a:spcPct val="100000"/>
              </a:lnSpc>
              <a:spcBef>
                <a:spcPct val="0"/>
              </a:spcBef>
              <a:spcAft>
                <a:spcPct val="0"/>
              </a:spcAft>
              <a:buClrTx/>
              <a:buSzTx/>
              <a:buFontTx/>
              <a:buNone/>
              <a:tabLst/>
              <a:defRPr/>
            </a:pPr>
            <a:fld id="{13F2EDFA-0FC4-4FA7-BC92-34A3F37DACED}" type="slidenum">
              <a:rPr kumimoji="0" lang="zh-CN" altLang="en-US" sz="1200" b="0" i="0" u="none" strike="noStrike" kern="1200" cap="none" spc="0" normalizeH="0" baseline="0" noProof="0" smtClean="0">
                <a:ln>
                  <a:noFill/>
                </a:ln>
                <a:solidFill>
                  <a:prstClr val="black"/>
                </a:solidFill>
                <a:effectLst/>
                <a:uLnTx/>
                <a:uFillTx/>
                <a:latin typeface="Arial" panose="020B0604020202090204" pitchFamily="34" charset="0"/>
                <a:ea typeface="宋体" panose="02010600030101010101" pitchFamily="2" charset="-122"/>
                <a:cs typeface="+mn-cs"/>
              </a:rPr>
              <a:pPr marL="0" marR="0" lvl="0" indent="0" algn="r" defTabSz="685800" eaLnBrk="1" fontAlgn="base" latinLnBrk="0" hangingPunct="1">
                <a:lnSpc>
                  <a:spcPct val="100000"/>
                </a:lnSpc>
                <a:spcBef>
                  <a:spcPct val="0"/>
                </a:spcBef>
                <a:spcAft>
                  <a:spcPct val="0"/>
                </a:spcAft>
                <a:buClrTx/>
                <a:buSzTx/>
                <a:buFontTx/>
                <a:buNone/>
                <a:tabLst/>
                <a:defRPr/>
              </a:pPr>
              <a:t>1</a:t>
            </a:fld>
            <a:endParaRPr kumimoji="0" lang="zh-CN" altLang="en-US" sz="1200" b="0" i="0" u="none" strike="noStrike" kern="1200" cap="none" spc="0" normalizeH="0" baseline="0" noProof="0">
              <a:ln>
                <a:noFill/>
              </a:ln>
              <a:solidFill>
                <a:prstClr val="black"/>
              </a:solidFill>
              <a:effectLst/>
              <a:uLnTx/>
              <a:uFillTx/>
              <a:latin typeface="Arial" panose="020B0604020202090204" pitchFamily="34" charset="0"/>
              <a:ea typeface="宋体" panose="02010600030101010101" pitchFamily="2" charset="-122"/>
              <a:cs typeface="+mn-cs"/>
            </a:endParaRPr>
          </a:p>
        </p:txBody>
      </p:sp>
    </p:spTree>
    <p:extLst>
      <p:ext uri="{BB962C8B-B14F-4D97-AF65-F5344CB8AC3E}">
        <p14:creationId xmlns:p14="http://schemas.microsoft.com/office/powerpoint/2010/main" val="252269422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nSpc>
                <a:spcPct val="100000"/>
              </a:lnSpc>
            </a:pPr>
            <a:r>
              <a:rPr lang="zh-CN" altLang="en-US" i="1" dirty="0" smtClean="0"/>
              <a:t> </a:t>
            </a:r>
            <a:r>
              <a:rPr lang="zh-CN" altLang="en-US" dirty="0" smtClean="0"/>
              <a:t>在</a:t>
            </a:r>
            <a:r>
              <a:rPr lang="en-US" altLang="zh-CN" dirty="0" smtClean="0"/>
              <a:t>GDAL </a:t>
            </a:r>
            <a:r>
              <a:rPr lang="zh-CN" altLang="en-US" dirty="0" smtClean="0"/>
              <a:t>缺省的编译选项设置下，一部分数据格式支持直接创建文件，并对他们进行几何配准。下面是</a:t>
            </a:r>
            <a:r>
              <a:rPr lang="en-US" altLang="zh-CN" dirty="0" smtClean="0"/>
              <a:t>GDAL </a:t>
            </a:r>
            <a:r>
              <a:rPr lang="zh-CN" altLang="en-US" dirty="0" smtClean="0"/>
              <a:t>支持的最常见的一些栅格数据格式及其在</a:t>
            </a:r>
            <a:r>
              <a:rPr lang="en-US" altLang="zh-CN" dirty="0" smtClean="0"/>
              <a:t>GDAL </a:t>
            </a:r>
            <a:r>
              <a:rPr lang="zh-CN" altLang="en-US" dirty="0" smtClean="0"/>
              <a:t>中的编码。这些编码具有唯一性</a:t>
            </a:r>
          </a:p>
          <a:p>
            <a:endParaRPr lang="zh-CN" altLang="en-US" dirty="0"/>
          </a:p>
        </p:txBody>
      </p:sp>
      <p:sp>
        <p:nvSpPr>
          <p:cNvPr id="4" name="灯片编号占位符 3"/>
          <p:cNvSpPr>
            <a:spLocks noGrp="1"/>
          </p:cNvSpPr>
          <p:nvPr>
            <p:ph type="sldNum" sz="quarter" idx="10"/>
          </p:nvPr>
        </p:nvSpPr>
        <p:spPr/>
        <p:txBody>
          <a:bodyPr/>
          <a:lstStyle/>
          <a:p>
            <a:fld id="{5A3C33C5-0F3E-445E-A9B0-160F9160CA7D}" type="slidenum">
              <a:rPr lang="zh-CN" altLang="en-US" smtClean="0"/>
              <a:t>4</a:t>
            </a:fld>
            <a:endParaRPr lang="zh-CN" altLang="en-US"/>
          </a:p>
        </p:txBody>
      </p:sp>
    </p:spTree>
    <p:extLst>
      <p:ext uri="{BB962C8B-B14F-4D97-AF65-F5344CB8AC3E}">
        <p14:creationId xmlns:p14="http://schemas.microsoft.com/office/powerpoint/2010/main" val="315581522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smtClean="0"/>
              <a:t>GDAL</a:t>
            </a:r>
            <a:r>
              <a:rPr lang="zh-CN" altLang="en-US" dirty="0" smtClean="0"/>
              <a:t>使用抽象数据模型来解析它所支持的数据格式。</a:t>
            </a:r>
            <a:endParaRPr lang="en-US" altLang="zh-CN" dirty="0" smtClean="0"/>
          </a:p>
          <a:p>
            <a:pPr>
              <a:lnSpc>
                <a:spcPct val="100000"/>
              </a:lnSpc>
            </a:pPr>
            <a:r>
              <a:rPr lang="en-US" altLang="zh-CN" dirty="0" smtClean="0"/>
              <a:t>GDAL </a:t>
            </a:r>
            <a:r>
              <a:rPr lang="zh-CN" altLang="en-US" dirty="0" smtClean="0"/>
              <a:t>数据集在表示栅格位置（像素或者是行坐标）和地理参考坐标之间的关系有两种方法。最常使用的仿射变换。</a:t>
            </a:r>
          </a:p>
          <a:p>
            <a:pPr>
              <a:lnSpc>
                <a:spcPct val="100000"/>
              </a:lnSpc>
            </a:pPr>
            <a:r>
              <a:rPr lang="zh-CN" altLang="en-US" dirty="0" smtClean="0"/>
              <a:t>仿射变换包括六个参数，</a:t>
            </a:r>
          </a:p>
          <a:p>
            <a:pPr marL="0" indent="0">
              <a:lnSpc>
                <a:spcPct val="100000"/>
              </a:lnSpc>
              <a:buNone/>
            </a:pPr>
            <a:r>
              <a:rPr lang="zh-CN" altLang="en-US" dirty="0" smtClean="0"/>
              <a:t>  由</a:t>
            </a:r>
            <a:r>
              <a:rPr lang="en-US" altLang="zh-CN" dirty="0" err="1" smtClean="0"/>
              <a:t>GDALDataset</a:t>
            </a:r>
            <a:r>
              <a:rPr lang="en-US" altLang="zh-CN" dirty="0" smtClean="0"/>
              <a:t>::</a:t>
            </a:r>
            <a:r>
              <a:rPr lang="en-US" altLang="zh-CN" dirty="0" err="1" smtClean="0"/>
              <a:t>GetGeoTransform</a:t>
            </a:r>
            <a:r>
              <a:rPr lang="en-US" altLang="zh-CN" dirty="0" smtClean="0"/>
              <a:t>() </a:t>
            </a:r>
            <a:r>
              <a:rPr lang="zh-CN" altLang="en-US" dirty="0" smtClean="0"/>
              <a:t>返回</a:t>
            </a:r>
          </a:p>
          <a:p>
            <a:pPr>
              <a:lnSpc>
                <a:spcPct val="100000"/>
              </a:lnSpc>
            </a:pPr>
            <a:r>
              <a:rPr lang="zh-CN" altLang="en-US" dirty="0" smtClean="0"/>
              <a:t>采用下面的关系把像素</a:t>
            </a:r>
            <a:r>
              <a:rPr lang="en-US" altLang="zh-CN" dirty="0" smtClean="0"/>
              <a:t>/</a:t>
            </a:r>
            <a:r>
              <a:rPr lang="zh-CN" altLang="en-US" dirty="0" smtClean="0"/>
              <a:t>行坐标转换到地理参考空间</a:t>
            </a:r>
          </a:p>
          <a:p>
            <a:endParaRPr lang="zh-CN" altLang="en-US" dirty="0"/>
          </a:p>
        </p:txBody>
      </p:sp>
      <p:sp>
        <p:nvSpPr>
          <p:cNvPr id="4" name="灯片编号占位符 3"/>
          <p:cNvSpPr>
            <a:spLocks noGrp="1"/>
          </p:cNvSpPr>
          <p:nvPr>
            <p:ph type="sldNum" sz="quarter" idx="10"/>
          </p:nvPr>
        </p:nvSpPr>
        <p:spPr/>
        <p:txBody>
          <a:bodyPr/>
          <a:lstStyle/>
          <a:p>
            <a:fld id="{5A3C33C5-0F3E-445E-A9B0-160F9160CA7D}" type="slidenum">
              <a:rPr lang="zh-CN" altLang="en-US" smtClean="0"/>
              <a:t>6</a:t>
            </a:fld>
            <a:endParaRPr lang="zh-CN" altLang="en-US"/>
          </a:p>
        </p:txBody>
      </p:sp>
    </p:spTree>
    <p:extLst>
      <p:ext uri="{BB962C8B-B14F-4D97-AF65-F5344CB8AC3E}">
        <p14:creationId xmlns:p14="http://schemas.microsoft.com/office/powerpoint/2010/main" val="73066209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nSpc>
                <a:spcPct val="100000"/>
              </a:lnSpc>
            </a:pPr>
            <a:r>
              <a:rPr lang="zh-CN" altLang="en-US" dirty="0" smtClean="0"/>
              <a:t>可以使用下面的语句判断</a:t>
            </a:r>
            <a:r>
              <a:rPr lang="en-US" altLang="zh-CN" dirty="0" smtClean="0"/>
              <a:t>driver </a:t>
            </a:r>
            <a:r>
              <a:rPr lang="zh-CN" altLang="en-US" dirty="0" smtClean="0"/>
              <a:t>是否注册成功。</a:t>
            </a:r>
          </a:p>
          <a:p>
            <a:pPr>
              <a:lnSpc>
                <a:spcPct val="100000"/>
              </a:lnSpc>
            </a:pPr>
            <a:r>
              <a:rPr lang="zh-CN" altLang="en-US" dirty="0" smtClean="0"/>
              <a:t>上面的注册就失败了，因为不存在名称为</a:t>
            </a:r>
            <a:r>
              <a:rPr lang="en-US" altLang="zh-CN" dirty="0" err="1" smtClean="0"/>
              <a:t>GTiff</a:t>
            </a:r>
            <a:r>
              <a:rPr lang="en-US" altLang="zh-CN" dirty="0" smtClean="0"/>
              <a:t> </a:t>
            </a:r>
            <a:r>
              <a:rPr lang="zh-CN" altLang="en-US" dirty="0" smtClean="0"/>
              <a:t>的数据格式（正确的格式为</a:t>
            </a:r>
            <a:r>
              <a:rPr lang="en-US" altLang="zh-CN" dirty="0" err="1" smtClean="0"/>
              <a:t>GeoTiff</a:t>
            </a:r>
            <a:r>
              <a:rPr lang="zh-CN" altLang="en-US" dirty="0" smtClean="0"/>
              <a:t>）。</a:t>
            </a:r>
          </a:p>
          <a:p>
            <a:endParaRPr lang="zh-CN" altLang="en-US" dirty="0"/>
          </a:p>
        </p:txBody>
      </p:sp>
      <p:sp>
        <p:nvSpPr>
          <p:cNvPr id="4" name="灯片编号占位符 3"/>
          <p:cNvSpPr>
            <a:spLocks noGrp="1"/>
          </p:cNvSpPr>
          <p:nvPr>
            <p:ph type="sldNum" sz="quarter" idx="10"/>
          </p:nvPr>
        </p:nvSpPr>
        <p:spPr/>
        <p:txBody>
          <a:bodyPr/>
          <a:lstStyle/>
          <a:p>
            <a:fld id="{5A3C33C5-0F3E-445E-A9B0-160F9160CA7D}" type="slidenum">
              <a:rPr lang="zh-CN" altLang="en-US" smtClean="0"/>
              <a:t>10</a:t>
            </a:fld>
            <a:endParaRPr lang="zh-CN" altLang="en-US"/>
          </a:p>
        </p:txBody>
      </p:sp>
    </p:spTree>
    <p:extLst>
      <p:ext uri="{BB962C8B-B14F-4D97-AF65-F5344CB8AC3E}">
        <p14:creationId xmlns:p14="http://schemas.microsoft.com/office/powerpoint/2010/main" val="153142652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5A3C33C5-0F3E-445E-A9B0-160F9160CA7D}" type="slidenum">
              <a:rPr lang="zh-CN" altLang="en-US" smtClean="0"/>
              <a:t>11</a:t>
            </a:fld>
            <a:endParaRPr lang="zh-CN" altLang="en-US"/>
          </a:p>
        </p:txBody>
      </p:sp>
    </p:spTree>
    <p:extLst>
      <p:ext uri="{BB962C8B-B14F-4D97-AF65-F5344CB8AC3E}">
        <p14:creationId xmlns:p14="http://schemas.microsoft.com/office/powerpoint/2010/main" val="404255720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5A3C33C5-0F3E-445E-A9B0-160F9160CA7D}" type="slidenum">
              <a:rPr lang="zh-CN" altLang="en-US" smtClean="0"/>
              <a:t>13</a:t>
            </a:fld>
            <a:endParaRPr lang="zh-CN" altLang="en-US"/>
          </a:p>
        </p:txBody>
      </p:sp>
    </p:spTree>
    <p:extLst>
      <p:ext uri="{BB962C8B-B14F-4D97-AF65-F5344CB8AC3E}">
        <p14:creationId xmlns:p14="http://schemas.microsoft.com/office/powerpoint/2010/main" val="28206873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5A3C33C5-0F3E-445E-A9B0-160F9160CA7D}" type="slidenum">
              <a:rPr lang="zh-CN" altLang="en-US" smtClean="0"/>
              <a:t>17</a:t>
            </a:fld>
            <a:endParaRPr lang="zh-CN" altLang="en-US"/>
          </a:p>
        </p:txBody>
      </p:sp>
    </p:spTree>
    <p:extLst>
      <p:ext uri="{BB962C8B-B14F-4D97-AF65-F5344CB8AC3E}">
        <p14:creationId xmlns:p14="http://schemas.microsoft.com/office/powerpoint/2010/main" val="239635163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5A3C33C5-0F3E-445E-A9B0-160F9160CA7D}" type="slidenum">
              <a:rPr lang="zh-CN" altLang="en-US" smtClean="0"/>
              <a:t>18</a:t>
            </a:fld>
            <a:endParaRPr lang="zh-CN" altLang="en-US"/>
          </a:p>
        </p:txBody>
      </p:sp>
    </p:spTree>
    <p:extLst>
      <p:ext uri="{BB962C8B-B14F-4D97-AF65-F5344CB8AC3E}">
        <p14:creationId xmlns:p14="http://schemas.microsoft.com/office/powerpoint/2010/main" val="424788291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5A3C33C5-0F3E-445E-A9B0-160F9160CA7D}" type="slidenum">
              <a:rPr lang="zh-CN" altLang="en-US" smtClean="0"/>
              <a:t>19</a:t>
            </a:fld>
            <a:endParaRPr lang="zh-CN" altLang="en-US"/>
          </a:p>
        </p:txBody>
      </p:sp>
    </p:spTree>
    <p:extLst>
      <p:ext uri="{BB962C8B-B14F-4D97-AF65-F5344CB8AC3E}">
        <p14:creationId xmlns:p14="http://schemas.microsoft.com/office/powerpoint/2010/main" val="265203837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5A3C33C5-0F3E-445E-A9B0-160F9160CA7D}" type="slidenum">
              <a:rPr lang="zh-CN" altLang="en-US" smtClean="0"/>
              <a:t>21</a:t>
            </a:fld>
            <a:endParaRPr lang="zh-CN" altLang="en-US"/>
          </a:p>
        </p:txBody>
      </p:sp>
    </p:spTree>
    <p:extLst>
      <p:ext uri="{BB962C8B-B14F-4D97-AF65-F5344CB8AC3E}">
        <p14:creationId xmlns:p14="http://schemas.microsoft.com/office/powerpoint/2010/main" val="265159961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zh-CN" altLang="en-US" dirty="0" smtClean="0"/>
              <a:t>把图像左上角位于</a:t>
            </a:r>
            <a:r>
              <a:rPr lang="en-US" altLang="zh-CN" dirty="0" smtClean="0"/>
              <a:t>(2500</a:t>
            </a:r>
            <a:r>
              <a:rPr lang="en-US" altLang="zh-CN" i="1" dirty="0" smtClean="0"/>
              <a:t>; </a:t>
            </a:r>
            <a:r>
              <a:rPr lang="en-US" altLang="zh-CN" dirty="0" smtClean="0"/>
              <a:t>2500) </a:t>
            </a:r>
            <a:r>
              <a:rPr lang="zh-CN" altLang="en-US" dirty="0" smtClean="0"/>
              <a:t>，宽高都为</a:t>
            </a:r>
            <a:r>
              <a:rPr lang="en-US" altLang="zh-CN" dirty="0" smtClean="0"/>
              <a:t>3</a:t>
            </a:r>
            <a:r>
              <a:rPr lang="zh-CN" altLang="en-US" dirty="0" smtClean="0"/>
              <a:t>个像元的数据读取出来了。</a:t>
            </a:r>
            <a:endParaRPr lang="en-US" altLang="zh-CN" dirty="0" smtClean="0"/>
          </a:p>
          <a:p>
            <a:endParaRPr lang="zh-CN" altLang="en-US" dirty="0"/>
          </a:p>
        </p:txBody>
      </p:sp>
      <p:sp>
        <p:nvSpPr>
          <p:cNvPr id="4" name="灯片编号占位符 3"/>
          <p:cNvSpPr>
            <a:spLocks noGrp="1"/>
          </p:cNvSpPr>
          <p:nvPr>
            <p:ph type="sldNum" sz="quarter" idx="10"/>
          </p:nvPr>
        </p:nvSpPr>
        <p:spPr/>
        <p:txBody>
          <a:bodyPr/>
          <a:lstStyle/>
          <a:p>
            <a:fld id="{5A3C33C5-0F3E-445E-A9B0-160F9160CA7D}" type="slidenum">
              <a:rPr lang="zh-CN" altLang="en-US" smtClean="0"/>
              <a:t>23</a:t>
            </a:fld>
            <a:endParaRPr lang="zh-CN" altLang="en-US"/>
          </a:p>
        </p:txBody>
      </p:sp>
    </p:spTree>
    <p:extLst>
      <p:ext uri="{BB962C8B-B14F-4D97-AF65-F5344CB8AC3E}">
        <p14:creationId xmlns:p14="http://schemas.microsoft.com/office/powerpoint/2010/main" val="43863098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5A3C33C5-0F3E-445E-A9B0-160F9160CA7D}" type="slidenum">
              <a:rPr lang="zh-CN" altLang="en-US" smtClean="0"/>
              <a:t>24</a:t>
            </a:fld>
            <a:endParaRPr lang="zh-CN" altLang="en-US"/>
          </a:p>
        </p:txBody>
      </p:sp>
    </p:spTree>
    <p:extLst>
      <p:ext uri="{BB962C8B-B14F-4D97-AF65-F5344CB8AC3E}">
        <p14:creationId xmlns:p14="http://schemas.microsoft.com/office/powerpoint/2010/main" val="82575537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可以将栅格数据读取数组，进行数值计算与分析，得到结果</a:t>
            </a:r>
            <a:endParaRPr lang="en-US" altLang="zh-CN" dirty="0" smtClean="0"/>
          </a:p>
          <a:p>
            <a:r>
              <a:rPr lang="en-US" altLang="zh-CN" dirty="0" smtClean="0"/>
              <a:t>NDVI </a:t>
            </a:r>
            <a:r>
              <a:rPr lang="zh-CN" altLang="en-US" dirty="0" smtClean="0"/>
              <a:t>归一化差分植被指数  </a:t>
            </a:r>
            <a:r>
              <a:rPr lang="en-US" altLang="zh-CN" dirty="0" smtClean="0"/>
              <a:t>NIR </a:t>
            </a:r>
            <a:r>
              <a:rPr lang="zh-CN" altLang="en-US" dirty="0" smtClean="0"/>
              <a:t>近红外波段  </a:t>
            </a:r>
            <a:r>
              <a:rPr lang="en-US" altLang="zh-CN" dirty="0" smtClean="0"/>
              <a:t>RED</a:t>
            </a:r>
            <a:r>
              <a:rPr lang="zh-CN" altLang="en-US" dirty="0" smtClean="0"/>
              <a:t>红波段</a:t>
            </a:r>
            <a:endParaRPr lang="en-US" altLang="zh-CN" dirty="0" smtClean="0"/>
          </a:p>
          <a:p>
            <a:r>
              <a:rPr lang="zh-CN" altLang="en-US" dirty="0" smtClean="0"/>
              <a:t>需要将掩膜将</a:t>
            </a:r>
            <a:r>
              <a:rPr lang="en-US" altLang="zh-CN" dirty="0" smtClean="0"/>
              <a:t>0</a:t>
            </a:r>
            <a:r>
              <a:rPr lang="zh-CN" altLang="en-US" dirty="0" smtClean="0"/>
              <a:t>值去掉 </a:t>
            </a:r>
            <a:endParaRPr lang="en-US" altLang="zh-CN" dirty="0" smtClean="0"/>
          </a:p>
          <a:p>
            <a:r>
              <a:rPr lang="it-IT" altLang="zh-CN" dirty="0" smtClean="0">
                <a:solidFill>
                  <a:srgbClr val="000000"/>
                </a:solidFill>
                <a:latin typeface="YaHei_Monaco-R"/>
              </a:rPr>
              <a:t>numpy</a:t>
            </a:r>
            <a:r>
              <a:rPr lang="it-IT" altLang="zh-CN" dirty="0" smtClean="0">
                <a:solidFill>
                  <a:srgbClr val="666666"/>
                </a:solidFill>
                <a:latin typeface="YaHei_Monaco-R"/>
              </a:rPr>
              <a:t>.</a:t>
            </a:r>
            <a:r>
              <a:rPr lang="it-IT" altLang="zh-CN" dirty="0" smtClean="0">
                <a:solidFill>
                  <a:srgbClr val="000000"/>
                </a:solidFill>
                <a:latin typeface="YaHei_Monaco-R"/>
              </a:rPr>
              <a:t>choose</a:t>
            </a:r>
            <a:endParaRPr lang="en-US" altLang="zh-CN" dirty="0" smtClean="0"/>
          </a:p>
          <a:p>
            <a:endParaRPr lang="zh-CN" altLang="en-US" dirty="0"/>
          </a:p>
        </p:txBody>
      </p:sp>
      <p:sp>
        <p:nvSpPr>
          <p:cNvPr id="4" name="灯片编号占位符 3"/>
          <p:cNvSpPr>
            <a:spLocks noGrp="1"/>
          </p:cNvSpPr>
          <p:nvPr>
            <p:ph type="sldNum" sz="quarter" idx="10"/>
          </p:nvPr>
        </p:nvSpPr>
        <p:spPr/>
        <p:txBody>
          <a:bodyPr/>
          <a:lstStyle/>
          <a:p>
            <a:fld id="{5A3C33C5-0F3E-445E-A9B0-160F9160CA7D}" type="slidenum">
              <a:rPr lang="zh-CN" altLang="en-US" smtClean="0"/>
              <a:t>25</a:t>
            </a:fld>
            <a:endParaRPr lang="zh-CN" altLang="en-US"/>
          </a:p>
        </p:txBody>
      </p:sp>
    </p:spTree>
    <p:extLst>
      <p:ext uri="{BB962C8B-B14F-4D97-AF65-F5344CB8AC3E}">
        <p14:creationId xmlns:p14="http://schemas.microsoft.com/office/powerpoint/2010/main" val="79095955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可以将栅格数据读取数组，进行数值计算与分析，得到结果</a:t>
            </a:r>
            <a:endParaRPr lang="en-US" altLang="zh-CN" dirty="0" smtClean="0"/>
          </a:p>
          <a:p>
            <a:r>
              <a:rPr lang="en-US" altLang="zh-CN" dirty="0" smtClean="0"/>
              <a:t>NDVI </a:t>
            </a:r>
            <a:r>
              <a:rPr lang="zh-CN" altLang="en-US" dirty="0" smtClean="0"/>
              <a:t>归一化差分植被指数  </a:t>
            </a:r>
            <a:r>
              <a:rPr lang="en-US" altLang="zh-CN" dirty="0" smtClean="0"/>
              <a:t>NIR </a:t>
            </a:r>
            <a:r>
              <a:rPr lang="zh-CN" altLang="en-US" dirty="0" smtClean="0"/>
              <a:t>近红外波段  </a:t>
            </a:r>
            <a:r>
              <a:rPr lang="en-US" altLang="zh-CN" dirty="0" smtClean="0"/>
              <a:t>RED</a:t>
            </a:r>
            <a:r>
              <a:rPr lang="zh-CN" altLang="en-US" dirty="0" smtClean="0"/>
              <a:t>红波段</a:t>
            </a:r>
            <a:endParaRPr lang="en-US" altLang="zh-CN" dirty="0" smtClean="0"/>
          </a:p>
          <a:p>
            <a:r>
              <a:rPr lang="zh-CN" altLang="en-US" dirty="0" smtClean="0"/>
              <a:t>需要将掩膜将</a:t>
            </a:r>
            <a:r>
              <a:rPr lang="en-US" altLang="zh-CN" dirty="0" smtClean="0"/>
              <a:t>0</a:t>
            </a:r>
            <a:r>
              <a:rPr lang="zh-CN" altLang="en-US" dirty="0" smtClean="0"/>
              <a:t>值去掉 </a:t>
            </a:r>
            <a:endParaRPr lang="en-US" altLang="zh-CN" dirty="0" smtClean="0"/>
          </a:p>
          <a:p>
            <a:r>
              <a:rPr lang="it-IT" altLang="zh-CN" dirty="0" smtClean="0">
                <a:solidFill>
                  <a:srgbClr val="000000"/>
                </a:solidFill>
                <a:latin typeface="YaHei_Monaco-R"/>
              </a:rPr>
              <a:t>numpy</a:t>
            </a:r>
            <a:r>
              <a:rPr lang="it-IT" altLang="zh-CN" dirty="0" smtClean="0">
                <a:solidFill>
                  <a:srgbClr val="666666"/>
                </a:solidFill>
                <a:latin typeface="YaHei_Monaco-R"/>
              </a:rPr>
              <a:t>.</a:t>
            </a:r>
            <a:r>
              <a:rPr lang="it-IT" altLang="zh-CN" dirty="0" smtClean="0">
                <a:solidFill>
                  <a:srgbClr val="000000"/>
                </a:solidFill>
                <a:latin typeface="YaHei_Monaco-R"/>
              </a:rPr>
              <a:t>choose</a:t>
            </a:r>
            <a:endParaRPr lang="en-US" altLang="zh-CN" dirty="0" smtClean="0"/>
          </a:p>
          <a:p>
            <a:endParaRPr lang="zh-CN" altLang="en-US" dirty="0"/>
          </a:p>
        </p:txBody>
      </p:sp>
      <p:sp>
        <p:nvSpPr>
          <p:cNvPr id="4" name="灯片编号占位符 3"/>
          <p:cNvSpPr>
            <a:spLocks noGrp="1"/>
          </p:cNvSpPr>
          <p:nvPr>
            <p:ph type="sldNum" sz="quarter" idx="10"/>
          </p:nvPr>
        </p:nvSpPr>
        <p:spPr/>
        <p:txBody>
          <a:bodyPr/>
          <a:lstStyle/>
          <a:p>
            <a:fld id="{5A3C33C5-0F3E-445E-A9B0-160F9160CA7D}" type="slidenum">
              <a:rPr lang="zh-CN" altLang="en-US" smtClean="0"/>
              <a:t>26</a:t>
            </a:fld>
            <a:endParaRPr lang="zh-CN" altLang="en-US"/>
          </a:p>
        </p:txBody>
      </p:sp>
    </p:spTree>
    <p:extLst>
      <p:ext uri="{BB962C8B-B14F-4D97-AF65-F5344CB8AC3E}">
        <p14:creationId xmlns:p14="http://schemas.microsoft.com/office/powerpoint/2010/main" val="242647002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可以将栅格数据读取数组，进行数值计算与分析，得到结果</a:t>
            </a:r>
            <a:endParaRPr lang="en-US" altLang="zh-CN" dirty="0" smtClean="0"/>
          </a:p>
          <a:p>
            <a:r>
              <a:rPr lang="en-US" altLang="zh-CN" dirty="0" smtClean="0"/>
              <a:t>NDVI </a:t>
            </a:r>
            <a:r>
              <a:rPr lang="zh-CN" altLang="en-US" dirty="0" smtClean="0"/>
              <a:t>归一化差分植被指数  </a:t>
            </a:r>
            <a:r>
              <a:rPr lang="en-US" altLang="zh-CN" dirty="0" smtClean="0"/>
              <a:t>NIR </a:t>
            </a:r>
            <a:r>
              <a:rPr lang="zh-CN" altLang="en-US" dirty="0" smtClean="0"/>
              <a:t>近红外波段  </a:t>
            </a:r>
            <a:r>
              <a:rPr lang="en-US" altLang="zh-CN" dirty="0" smtClean="0"/>
              <a:t>RED</a:t>
            </a:r>
            <a:r>
              <a:rPr lang="zh-CN" altLang="en-US" dirty="0" smtClean="0"/>
              <a:t>红波段</a:t>
            </a:r>
            <a:endParaRPr lang="en-US" altLang="zh-CN" dirty="0" smtClean="0"/>
          </a:p>
          <a:p>
            <a:r>
              <a:rPr lang="zh-CN" altLang="en-US" dirty="0" smtClean="0"/>
              <a:t>需要将掩膜将</a:t>
            </a:r>
            <a:r>
              <a:rPr lang="en-US" altLang="zh-CN" dirty="0" smtClean="0"/>
              <a:t>0</a:t>
            </a:r>
            <a:r>
              <a:rPr lang="zh-CN" altLang="en-US" dirty="0" smtClean="0"/>
              <a:t>值去掉 </a:t>
            </a:r>
            <a:endParaRPr lang="en-US" altLang="zh-CN" dirty="0" smtClean="0"/>
          </a:p>
          <a:p>
            <a:r>
              <a:rPr lang="it-IT" altLang="zh-CN" dirty="0" smtClean="0">
                <a:solidFill>
                  <a:srgbClr val="000000"/>
                </a:solidFill>
                <a:latin typeface="YaHei_Monaco-R"/>
              </a:rPr>
              <a:t>numpy</a:t>
            </a:r>
            <a:r>
              <a:rPr lang="it-IT" altLang="zh-CN" dirty="0" smtClean="0">
                <a:solidFill>
                  <a:srgbClr val="666666"/>
                </a:solidFill>
                <a:latin typeface="YaHei_Monaco-R"/>
              </a:rPr>
              <a:t>.</a:t>
            </a:r>
            <a:r>
              <a:rPr lang="it-IT" altLang="zh-CN" dirty="0" smtClean="0">
                <a:solidFill>
                  <a:srgbClr val="000000"/>
                </a:solidFill>
                <a:latin typeface="YaHei_Monaco-R"/>
              </a:rPr>
              <a:t>choose</a:t>
            </a:r>
            <a:endParaRPr lang="en-US" altLang="zh-CN" dirty="0" smtClean="0"/>
          </a:p>
          <a:p>
            <a:endParaRPr lang="zh-CN" altLang="en-US" dirty="0"/>
          </a:p>
        </p:txBody>
      </p:sp>
      <p:sp>
        <p:nvSpPr>
          <p:cNvPr id="4" name="灯片编号占位符 3"/>
          <p:cNvSpPr>
            <a:spLocks noGrp="1"/>
          </p:cNvSpPr>
          <p:nvPr>
            <p:ph type="sldNum" sz="quarter" idx="10"/>
          </p:nvPr>
        </p:nvSpPr>
        <p:spPr/>
        <p:txBody>
          <a:bodyPr/>
          <a:lstStyle/>
          <a:p>
            <a:fld id="{5A3C33C5-0F3E-445E-A9B0-160F9160CA7D}" type="slidenum">
              <a:rPr lang="zh-CN" altLang="en-US" smtClean="0"/>
              <a:t>27</a:t>
            </a:fld>
            <a:endParaRPr lang="zh-CN" altLang="en-US"/>
          </a:p>
        </p:txBody>
      </p:sp>
    </p:spTree>
    <p:extLst>
      <p:ext uri="{BB962C8B-B14F-4D97-AF65-F5344CB8AC3E}">
        <p14:creationId xmlns:p14="http://schemas.microsoft.com/office/powerpoint/2010/main" val="278631364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可以将栅格数据读取数组，进行数值计算与分析，得到结果</a:t>
            </a:r>
            <a:endParaRPr lang="en-US" altLang="zh-CN" dirty="0" smtClean="0"/>
          </a:p>
          <a:p>
            <a:r>
              <a:rPr lang="en-US" altLang="zh-CN" dirty="0" smtClean="0"/>
              <a:t>NDVI </a:t>
            </a:r>
            <a:r>
              <a:rPr lang="zh-CN" altLang="en-US" dirty="0" smtClean="0"/>
              <a:t>归一化差分植被指数  </a:t>
            </a:r>
            <a:r>
              <a:rPr lang="en-US" altLang="zh-CN" dirty="0" smtClean="0"/>
              <a:t>NIR </a:t>
            </a:r>
            <a:r>
              <a:rPr lang="zh-CN" altLang="en-US" dirty="0" smtClean="0"/>
              <a:t>近红外波段  </a:t>
            </a:r>
            <a:r>
              <a:rPr lang="en-US" altLang="zh-CN" dirty="0" smtClean="0"/>
              <a:t>RED</a:t>
            </a:r>
            <a:r>
              <a:rPr lang="zh-CN" altLang="en-US" dirty="0" smtClean="0"/>
              <a:t>红波段</a:t>
            </a:r>
            <a:endParaRPr lang="en-US" altLang="zh-CN" dirty="0" smtClean="0"/>
          </a:p>
          <a:p>
            <a:r>
              <a:rPr lang="zh-CN" altLang="en-US" dirty="0" smtClean="0"/>
              <a:t>需要将掩膜将</a:t>
            </a:r>
            <a:r>
              <a:rPr lang="en-US" altLang="zh-CN" dirty="0" smtClean="0"/>
              <a:t>0</a:t>
            </a:r>
            <a:r>
              <a:rPr lang="zh-CN" altLang="en-US" dirty="0" smtClean="0"/>
              <a:t>值去掉 </a:t>
            </a:r>
            <a:endParaRPr lang="en-US" altLang="zh-CN" dirty="0" smtClean="0"/>
          </a:p>
          <a:p>
            <a:r>
              <a:rPr lang="it-IT" altLang="zh-CN" dirty="0" smtClean="0">
                <a:solidFill>
                  <a:srgbClr val="000000"/>
                </a:solidFill>
                <a:latin typeface="YaHei_Monaco-R"/>
              </a:rPr>
              <a:t>numpy</a:t>
            </a:r>
            <a:r>
              <a:rPr lang="it-IT" altLang="zh-CN" dirty="0" smtClean="0">
                <a:solidFill>
                  <a:srgbClr val="666666"/>
                </a:solidFill>
                <a:latin typeface="YaHei_Monaco-R"/>
              </a:rPr>
              <a:t>.</a:t>
            </a:r>
            <a:r>
              <a:rPr lang="it-IT" altLang="zh-CN" dirty="0" smtClean="0">
                <a:solidFill>
                  <a:srgbClr val="000000"/>
                </a:solidFill>
                <a:latin typeface="YaHei_Monaco-R"/>
              </a:rPr>
              <a:t>choose</a:t>
            </a:r>
            <a:endParaRPr lang="en-US" altLang="zh-CN" dirty="0" smtClean="0"/>
          </a:p>
          <a:p>
            <a:endParaRPr lang="zh-CN" altLang="en-US" dirty="0"/>
          </a:p>
        </p:txBody>
      </p:sp>
      <p:sp>
        <p:nvSpPr>
          <p:cNvPr id="4" name="灯片编号占位符 3"/>
          <p:cNvSpPr>
            <a:spLocks noGrp="1"/>
          </p:cNvSpPr>
          <p:nvPr>
            <p:ph type="sldNum" sz="quarter" idx="10"/>
          </p:nvPr>
        </p:nvSpPr>
        <p:spPr/>
        <p:txBody>
          <a:bodyPr/>
          <a:lstStyle/>
          <a:p>
            <a:fld id="{5A3C33C5-0F3E-445E-A9B0-160F9160CA7D}" type="slidenum">
              <a:rPr lang="zh-CN" altLang="en-US" smtClean="0"/>
              <a:t>28</a:t>
            </a:fld>
            <a:endParaRPr lang="zh-CN" altLang="en-US"/>
          </a:p>
        </p:txBody>
      </p:sp>
    </p:spTree>
    <p:extLst>
      <p:ext uri="{BB962C8B-B14F-4D97-AF65-F5344CB8AC3E}">
        <p14:creationId xmlns:p14="http://schemas.microsoft.com/office/powerpoint/2010/main" val="4399595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可以将栅格数据读取数组，进行数值计算与分析，得到结果</a:t>
            </a:r>
            <a:endParaRPr lang="en-US" altLang="zh-CN" dirty="0" smtClean="0"/>
          </a:p>
          <a:p>
            <a:r>
              <a:rPr lang="en-US" altLang="zh-CN" dirty="0" smtClean="0"/>
              <a:t>NDVI </a:t>
            </a:r>
            <a:r>
              <a:rPr lang="zh-CN" altLang="en-US" dirty="0" smtClean="0"/>
              <a:t>归一化差分植被指数  </a:t>
            </a:r>
            <a:r>
              <a:rPr lang="en-US" altLang="zh-CN" dirty="0" smtClean="0"/>
              <a:t>NIR </a:t>
            </a:r>
            <a:r>
              <a:rPr lang="zh-CN" altLang="en-US" dirty="0" smtClean="0"/>
              <a:t>近红外波段  </a:t>
            </a:r>
            <a:r>
              <a:rPr lang="en-US" altLang="zh-CN" dirty="0" smtClean="0"/>
              <a:t>RED</a:t>
            </a:r>
            <a:r>
              <a:rPr lang="zh-CN" altLang="en-US" dirty="0" smtClean="0"/>
              <a:t>红波段</a:t>
            </a:r>
            <a:endParaRPr lang="en-US" altLang="zh-CN" dirty="0" smtClean="0"/>
          </a:p>
          <a:p>
            <a:r>
              <a:rPr lang="zh-CN" altLang="en-US" dirty="0" smtClean="0"/>
              <a:t>需要将掩膜将</a:t>
            </a:r>
            <a:r>
              <a:rPr lang="en-US" altLang="zh-CN" dirty="0" smtClean="0"/>
              <a:t>0</a:t>
            </a:r>
            <a:r>
              <a:rPr lang="zh-CN" altLang="en-US" dirty="0" smtClean="0"/>
              <a:t>值去掉 </a:t>
            </a:r>
            <a:endParaRPr lang="en-US" altLang="zh-CN" dirty="0" smtClean="0"/>
          </a:p>
          <a:p>
            <a:r>
              <a:rPr lang="it-IT" altLang="zh-CN" dirty="0" smtClean="0">
                <a:solidFill>
                  <a:srgbClr val="000000"/>
                </a:solidFill>
                <a:latin typeface="YaHei_Monaco-R"/>
              </a:rPr>
              <a:t>numpy</a:t>
            </a:r>
            <a:r>
              <a:rPr lang="it-IT" altLang="zh-CN" dirty="0" smtClean="0">
                <a:solidFill>
                  <a:srgbClr val="666666"/>
                </a:solidFill>
                <a:latin typeface="YaHei_Monaco-R"/>
              </a:rPr>
              <a:t>.</a:t>
            </a:r>
            <a:r>
              <a:rPr lang="it-IT" altLang="zh-CN" dirty="0" smtClean="0">
                <a:solidFill>
                  <a:srgbClr val="000000"/>
                </a:solidFill>
                <a:latin typeface="YaHei_Monaco-R"/>
              </a:rPr>
              <a:t>choose</a:t>
            </a:r>
            <a:endParaRPr lang="en-US" altLang="zh-CN" dirty="0" smtClean="0"/>
          </a:p>
          <a:p>
            <a:endParaRPr lang="zh-CN" altLang="en-US" dirty="0"/>
          </a:p>
        </p:txBody>
      </p:sp>
      <p:sp>
        <p:nvSpPr>
          <p:cNvPr id="4" name="灯片编号占位符 3"/>
          <p:cNvSpPr>
            <a:spLocks noGrp="1"/>
          </p:cNvSpPr>
          <p:nvPr>
            <p:ph type="sldNum" sz="quarter" idx="10"/>
          </p:nvPr>
        </p:nvSpPr>
        <p:spPr/>
        <p:txBody>
          <a:bodyPr/>
          <a:lstStyle/>
          <a:p>
            <a:fld id="{5A3C33C5-0F3E-445E-A9B0-160F9160CA7D}" type="slidenum">
              <a:rPr lang="zh-CN" altLang="en-US" smtClean="0"/>
              <a:t>29</a:t>
            </a:fld>
            <a:endParaRPr lang="zh-CN" altLang="en-US"/>
          </a:p>
        </p:txBody>
      </p:sp>
    </p:spTree>
    <p:extLst>
      <p:ext uri="{BB962C8B-B14F-4D97-AF65-F5344CB8AC3E}">
        <p14:creationId xmlns:p14="http://schemas.microsoft.com/office/powerpoint/2010/main" val="308214315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可以将栅格数据读取数组，进行数值计算与分析，得到结果</a:t>
            </a:r>
            <a:endParaRPr lang="en-US" altLang="zh-CN" dirty="0" smtClean="0"/>
          </a:p>
          <a:p>
            <a:r>
              <a:rPr lang="en-US" altLang="zh-CN" dirty="0" smtClean="0"/>
              <a:t>NDVI </a:t>
            </a:r>
            <a:r>
              <a:rPr lang="zh-CN" altLang="en-US" dirty="0" smtClean="0"/>
              <a:t>归一化差分植被指数  </a:t>
            </a:r>
            <a:r>
              <a:rPr lang="en-US" altLang="zh-CN" dirty="0" smtClean="0"/>
              <a:t>NIR </a:t>
            </a:r>
            <a:r>
              <a:rPr lang="zh-CN" altLang="en-US" dirty="0" smtClean="0"/>
              <a:t>近红外波段  </a:t>
            </a:r>
            <a:r>
              <a:rPr lang="en-US" altLang="zh-CN" dirty="0" smtClean="0"/>
              <a:t>RED</a:t>
            </a:r>
            <a:r>
              <a:rPr lang="zh-CN" altLang="en-US" dirty="0" smtClean="0"/>
              <a:t>红波段</a:t>
            </a:r>
            <a:endParaRPr lang="en-US" altLang="zh-CN" dirty="0" smtClean="0"/>
          </a:p>
          <a:p>
            <a:r>
              <a:rPr lang="zh-CN" altLang="en-US" dirty="0" smtClean="0"/>
              <a:t>需要将掩膜将</a:t>
            </a:r>
            <a:r>
              <a:rPr lang="en-US" altLang="zh-CN" dirty="0" smtClean="0"/>
              <a:t>0</a:t>
            </a:r>
            <a:r>
              <a:rPr lang="zh-CN" altLang="en-US" dirty="0" smtClean="0"/>
              <a:t>值去掉 </a:t>
            </a:r>
            <a:endParaRPr lang="en-US" altLang="zh-CN" dirty="0" smtClean="0"/>
          </a:p>
          <a:p>
            <a:r>
              <a:rPr lang="it-IT" altLang="zh-CN" dirty="0" smtClean="0">
                <a:solidFill>
                  <a:srgbClr val="000000"/>
                </a:solidFill>
                <a:latin typeface="YaHei_Monaco-R"/>
              </a:rPr>
              <a:t>numpy</a:t>
            </a:r>
            <a:r>
              <a:rPr lang="it-IT" altLang="zh-CN" dirty="0" smtClean="0">
                <a:solidFill>
                  <a:srgbClr val="666666"/>
                </a:solidFill>
                <a:latin typeface="YaHei_Monaco-R"/>
              </a:rPr>
              <a:t>.</a:t>
            </a:r>
            <a:r>
              <a:rPr lang="it-IT" altLang="zh-CN" dirty="0" smtClean="0">
                <a:solidFill>
                  <a:srgbClr val="000000"/>
                </a:solidFill>
                <a:latin typeface="YaHei_Monaco-R"/>
              </a:rPr>
              <a:t>choose</a:t>
            </a:r>
            <a:endParaRPr lang="en-US" altLang="zh-CN" dirty="0" smtClean="0"/>
          </a:p>
          <a:p>
            <a:endParaRPr lang="zh-CN" altLang="en-US" dirty="0"/>
          </a:p>
        </p:txBody>
      </p:sp>
      <p:sp>
        <p:nvSpPr>
          <p:cNvPr id="4" name="灯片编号占位符 3"/>
          <p:cNvSpPr>
            <a:spLocks noGrp="1"/>
          </p:cNvSpPr>
          <p:nvPr>
            <p:ph type="sldNum" sz="quarter" idx="10"/>
          </p:nvPr>
        </p:nvSpPr>
        <p:spPr/>
        <p:txBody>
          <a:bodyPr/>
          <a:lstStyle/>
          <a:p>
            <a:fld id="{5A3C33C5-0F3E-445E-A9B0-160F9160CA7D}" type="slidenum">
              <a:rPr lang="zh-CN" altLang="en-US" smtClean="0"/>
              <a:t>30</a:t>
            </a:fld>
            <a:endParaRPr lang="zh-CN" altLang="en-US"/>
          </a:p>
        </p:txBody>
      </p:sp>
    </p:spTree>
    <p:extLst>
      <p:ext uri="{BB962C8B-B14F-4D97-AF65-F5344CB8AC3E}">
        <p14:creationId xmlns:p14="http://schemas.microsoft.com/office/powerpoint/2010/main" val="87159936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需要将掩膜将</a:t>
            </a:r>
            <a:r>
              <a:rPr lang="en-US" altLang="zh-CN" dirty="0" smtClean="0"/>
              <a:t>0</a:t>
            </a:r>
            <a:r>
              <a:rPr lang="zh-CN" altLang="en-US" dirty="0" smtClean="0"/>
              <a:t>值去掉</a:t>
            </a:r>
            <a:endParaRPr lang="en-US" altLang="zh-CN" dirty="0" smtClean="0"/>
          </a:p>
          <a:p>
            <a:r>
              <a:rPr lang="it-IT" altLang="zh-CN" dirty="0" smtClean="0">
                <a:solidFill>
                  <a:srgbClr val="000000"/>
                </a:solidFill>
                <a:latin typeface="YaHei_Monaco-R"/>
              </a:rPr>
              <a:t>numpy</a:t>
            </a:r>
            <a:r>
              <a:rPr lang="it-IT" altLang="zh-CN" dirty="0" smtClean="0">
                <a:solidFill>
                  <a:srgbClr val="666666"/>
                </a:solidFill>
                <a:latin typeface="YaHei_Monaco-R"/>
              </a:rPr>
              <a:t>.</a:t>
            </a:r>
            <a:r>
              <a:rPr lang="it-IT" altLang="zh-CN" dirty="0" smtClean="0">
                <a:solidFill>
                  <a:srgbClr val="000000"/>
                </a:solidFill>
                <a:latin typeface="YaHei_Monaco-R"/>
              </a:rPr>
              <a:t>choose</a:t>
            </a:r>
            <a:endParaRPr lang="en-US" altLang="zh-CN" dirty="0" smtClean="0"/>
          </a:p>
          <a:p>
            <a:endParaRPr lang="zh-CN" altLang="en-US" dirty="0"/>
          </a:p>
        </p:txBody>
      </p:sp>
      <p:sp>
        <p:nvSpPr>
          <p:cNvPr id="4" name="灯片编号占位符 3"/>
          <p:cNvSpPr>
            <a:spLocks noGrp="1"/>
          </p:cNvSpPr>
          <p:nvPr>
            <p:ph type="sldNum" sz="quarter" idx="10"/>
          </p:nvPr>
        </p:nvSpPr>
        <p:spPr/>
        <p:txBody>
          <a:bodyPr/>
          <a:lstStyle/>
          <a:p>
            <a:fld id="{5A3C33C5-0F3E-445E-A9B0-160F9160CA7D}" type="slidenum">
              <a:rPr lang="zh-CN" altLang="en-US" smtClean="0"/>
              <a:t>31</a:t>
            </a:fld>
            <a:endParaRPr lang="zh-CN" altLang="en-US"/>
          </a:p>
        </p:txBody>
      </p:sp>
    </p:spTree>
    <p:extLst>
      <p:ext uri="{BB962C8B-B14F-4D97-AF65-F5344CB8AC3E}">
        <p14:creationId xmlns:p14="http://schemas.microsoft.com/office/powerpoint/2010/main" val="361152648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b="0" i="0" kern="1200" dirty="0" smtClean="0">
                <a:solidFill>
                  <a:schemeClr val="tx1"/>
                </a:solidFill>
                <a:effectLst/>
                <a:latin typeface="+mn-lt"/>
                <a:ea typeface="+mn-ea"/>
                <a:cs typeface="+mn-cs"/>
              </a:rPr>
              <a:t>一个投影坐标系统（如</a:t>
            </a:r>
            <a:r>
              <a:rPr lang="en-US" altLang="zh-CN" sz="1200" b="0" i="0" kern="1200" dirty="0" smtClean="0">
                <a:solidFill>
                  <a:schemeClr val="tx1"/>
                </a:solidFill>
                <a:effectLst/>
                <a:latin typeface="+mn-lt"/>
                <a:ea typeface="+mn-ea"/>
                <a:cs typeface="+mn-cs"/>
              </a:rPr>
              <a:t>UTM</a:t>
            </a:r>
            <a:r>
              <a:rPr lang="zh-CN" altLang="en-US" sz="1200" b="0" i="0" kern="1200" dirty="0" smtClean="0">
                <a:solidFill>
                  <a:schemeClr val="tx1"/>
                </a:solidFill>
                <a:effectLst/>
                <a:latin typeface="+mn-lt"/>
                <a:ea typeface="+mn-ea"/>
                <a:cs typeface="+mn-cs"/>
              </a:rPr>
              <a:t>等）是基于一个地理坐标系统进行定义的， 它便于在线性单位和角度位置之间进行转换。 接下来的代码定义了一个在</a:t>
            </a:r>
            <a:r>
              <a:rPr lang="en-US" altLang="zh-CN" sz="1200" b="0" i="0" kern="1200" dirty="0" smtClean="0">
                <a:solidFill>
                  <a:schemeClr val="tx1"/>
                </a:solidFill>
                <a:effectLst/>
                <a:latin typeface="+mn-lt"/>
                <a:ea typeface="+mn-ea"/>
                <a:cs typeface="+mn-cs"/>
              </a:rPr>
              <a:t>WGS84</a:t>
            </a:r>
            <a:r>
              <a:rPr lang="zh-CN" altLang="en-US" sz="1200" b="0" i="0" kern="1200" dirty="0" smtClean="0">
                <a:solidFill>
                  <a:schemeClr val="tx1"/>
                </a:solidFill>
                <a:effectLst/>
                <a:latin typeface="+mn-lt"/>
                <a:ea typeface="+mn-ea"/>
                <a:cs typeface="+mn-cs"/>
              </a:rPr>
              <a:t>基准面下的地理坐标系统为基础的</a:t>
            </a:r>
            <a:r>
              <a:rPr lang="en-US" altLang="zh-CN" sz="1200" b="0" i="0" kern="1200" dirty="0" smtClean="0">
                <a:solidFill>
                  <a:schemeClr val="tx1"/>
                </a:solidFill>
                <a:effectLst/>
                <a:latin typeface="+mn-lt"/>
                <a:ea typeface="+mn-ea"/>
                <a:cs typeface="+mn-cs"/>
              </a:rPr>
              <a:t>UTM17</a:t>
            </a:r>
            <a:r>
              <a:rPr lang="zh-CN" altLang="en-US" sz="1200" b="0" i="0" kern="1200" dirty="0" smtClean="0">
                <a:solidFill>
                  <a:schemeClr val="tx1"/>
                </a:solidFill>
                <a:effectLst/>
                <a:latin typeface="+mn-lt"/>
                <a:ea typeface="+mn-ea"/>
                <a:cs typeface="+mn-cs"/>
              </a:rPr>
              <a:t>带投影坐标系统。</a:t>
            </a:r>
            <a:endParaRPr lang="zh-CN" altLang="en-US" dirty="0"/>
          </a:p>
        </p:txBody>
      </p:sp>
      <p:sp>
        <p:nvSpPr>
          <p:cNvPr id="4" name="灯片编号占位符 3"/>
          <p:cNvSpPr>
            <a:spLocks noGrp="1"/>
          </p:cNvSpPr>
          <p:nvPr>
            <p:ph type="sldNum" sz="quarter" idx="10"/>
          </p:nvPr>
        </p:nvSpPr>
        <p:spPr/>
        <p:txBody>
          <a:bodyPr/>
          <a:lstStyle/>
          <a:p>
            <a:fld id="{5A3C33C5-0F3E-445E-A9B0-160F9160CA7D}" type="slidenum">
              <a:rPr lang="zh-CN" altLang="en-US" smtClean="0"/>
              <a:t>41</a:t>
            </a:fld>
            <a:endParaRPr lang="zh-CN" altLang="en-US"/>
          </a:p>
        </p:txBody>
      </p:sp>
    </p:spTree>
    <p:extLst>
      <p:ext uri="{BB962C8B-B14F-4D97-AF65-F5344CB8AC3E}">
        <p14:creationId xmlns:p14="http://schemas.microsoft.com/office/powerpoint/2010/main" val="120823642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4500"/>
            </a:lvl1pPr>
          </a:lstStyle>
          <a:p>
            <a:r>
              <a:rPr lang="zh-CN" altLang="en-US"/>
              <a:t>单击此处编辑母版标题样式</a:t>
            </a:r>
          </a:p>
        </p:txBody>
      </p:sp>
      <p:sp>
        <p:nvSpPr>
          <p:cNvPr id="3" name="副标题 2"/>
          <p:cNvSpPr>
            <a:spLocks noGrp="1"/>
          </p:cNvSpPr>
          <p:nvPr>
            <p:ph type="subTitle" idx="1"/>
          </p:nvPr>
        </p:nvSpPr>
        <p:spPr>
          <a:xfrm>
            <a:off x="1524000" y="3602037"/>
            <a:ext cx="9144000" cy="1655763"/>
          </a:xfrm>
        </p:spPr>
        <p:txBody>
          <a:bodyPr/>
          <a:lstStyle>
            <a:lvl1pPr marL="0" indent="0" algn="ctr">
              <a:buNone/>
              <a:defRPr sz="1800"/>
            </a:lvl1pPr>
            <a:lvl2pPr marL="342891" indent="0" algn="ctr">
              <a:buNone/>
              <a:defRPr sz="1500"/>
            </a:lvl2pPr>
            <a:lvl3pPr marL="685783" indent="0" algn="ctr">
              <a:buNone/>
              <a:defRPr sz="1353"/>
            </a:lvl3pPr>
            <a:lvl4pPr marL="1028674" indent="0" algn="ctr">
              <a:buNone/>
              <a:defRPr sz="1200"/>
            </a:lvl4pPr>
            <a:lvl5pPr marL="1371566" indent="0" algn="ctr">
              <a:buNone/>
              <a:defRPr sz="1200"/>
            </a:lvl5pPr>
            <a:lvl6pPr marL="1714457" indent="0" algn="ctr">
              <a:buNone/>
              <a:defRPr sz="1200"/>
            </a:lvl6pPr>
            <a:lvl7pPr marL="2057349" indent="0" algn="ctr">
              <a:buNone/>
              <a:defRPr sz="1200"/>
            </a:lvl7pPr>
            <a:lvl8pPr marL="2400240" indent="0" algn="ctr">
              <a:buNone/>
              <a:defRPr sz="1200"/>
            </a:lvl8pPr>
            <a:lvl9pPr marL="2743131" indent="0" algn="ctr">
              <a:buNone/>
              <a:defRPr sz="1200"/>
            </a:lvl9pPr>
          </a:lstStyle>
          <a:p>
            <a:r>
              <a:rPr lang="zh-CN" altLang="en-US"/>
              <a:t>单击此处编辑母版副标题样式</a:t>
            </a:r>
          </a:p>
        </p:txBody>
      </p:sp>
      <p:sp>
        <p:nvSpPr>
          <p:cNvPr id="4" name="日期占位符 3"/>
          <p:cNvSpPr>
            <a:spLocks noGrp="1"/>
          </p:cNvSpPr>
          <p:nvPr>
            <p:ph type="dt" sz="half" idx="10"/>
          </p:nvPr>
        </p:nvSpPr>
        <p:spPr/>
        <p:txBody>
          <a:bodyPr/>
          <a:lstStyle/>
          <a:p>
            <a:pPr defTabSz="914377" fontAlgn="base">
              <a:spcBef>
                <a:spcPct val="0"/>
              </a:spcBef>
              <a:spcAft>
                <a:spcPct val="0"/>
              </a:spcAft>
            </a:pPr>
            <a:endParaRPr lang="zh-CN" altLang="en-US">
              <a:solidFill>
                <a:srgbClr val="000000"/>
              </a:solidFill>
            </a:endParaRPr>
          </a:p>
        </p:txBody>
      </p:sp>
      <p:sp>
        <p:nvSpPr>
          <p:cNvPr id="5" name="页脚占位符 4"/>
          <p:cNvSpPr>
            <a:spLocks noGrp="1"/>
          </p:cNvSpPr>
          <p:nvPr>
            <p:ph type="ftr" sz="quarter" idx="11"/>
          </p:nvPr>
        </p:nvSpPr>
        <p:spPr/>
        <p:txBody>
          <a:bodyPr/>
          <a:lstStyle/>
          <a:p>
            <a:pPr defTabSz="914377" fontAlgn="base">
              <a:spcBef>
                <a:spcPct val="0"/>
              </a:spcBef>
              <a:spcAft>
                <a:spcPct val="0"/>
              </a:spcAft>
            </a:pPr>
            <a:endParaRPr lang="zh-CN" altLang="en-US">
              <a:solidFill>
                <a:srgbClr val="000000"/>
              </a:solidFill>
            </a:endParaRPr>
          </a:p>
        </p:txBody>
      </p:sp>
      <p:sp>
        <p:nvSpPr>
          <p:cNvPr id="6" name="灯片编号占位符 5"/>
          <p:cNvSpPr>
            <a:spLocks noGrp="1"/>
          </p:cNvSpPr>
          <p:nvPr>
            <p:ph type="sldNum" sz="quarter" idx="12"/>
          </p:nvPr>
        </p:nvSpPr>
        <p:spPr/>
        <p:txBody>
          <a:bodyPr/>
          <a:lstStyle/>
          <a:p>
            <a:pPr defTabSz="914377" fontAlgn="base">
              <a:spcBef>
                <a:spcPct val="0"/>
              </a:spcBef>
              <a:spcAft>
                <a:spcPct val="0"/>
              </a:spcAft>
            </a:pPr>
            <a:fld id="{9A0DB2DC-4C9A-4742-B13C-FB6460FD3503}" type="slidenum">
              <a:rPr lang="zh-CN" altLang="en-US" smtClean="0">
                <a:solidFill>
                  <a:srgbClr val="000000"/>
                </a:solidFill>
              </a:rPr>
              <a:pPr defTabSz="914377" fontAlgn="base">
                <a:spcBef>
                  <a:spcPct val="0"/>
                </a:spcBef>
                <a:spcAft>
                  <a:spcPct val="0"/>
                </a:spcAft>
              </a:pPr>
              <a:t>‹#›</a:t>
            </a:fld>
            <a:endParaRPr lang="zh-CN" altLang="en-US">
              <a:solidFill>
                <a:srgbClr val="000000"/>
              </a:solidFill>
            </a:endParaRPr>
          </a:p>
        </p:txBody>
      </p:sp>
    </p:spTree>
    <p:extLst>
      <p:ext uri="{BB962C8B-B14F-4D97-AF65-F5344CB8AC3E}">
        <p14:creationId xmlns:p14="http://schemas.microsoft.com/office/powerpoint/2010/main" val="313271868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pPr defTabSz="914377" fontAlgn="base">
              <a:spcBef>
                <a:spcPct val="0"/>
              </a:spcBef>
              <a:spcAft>
                <a:spcPct val="0"/>
              </a:spcAft>
            </a:pPr>
            <a:endParaRPr lang="zh-CN" altLang="en-US">
              <a:solidFill>
                <a:srgbClr val="000000"/>
              </a:solidFill>
            </a:endParaRPr>
          </a:p>
        </p:txBody>
      </p:sp>
      <p:sp>
        <p:nvSpPr>
          <p:cNvPr id="5" name="页脚占位符 4"/>
          <p:cNvSpPr>
            <a:spLocks noGrp="1"/>
          </p:cNvSpPr>
          <p:nvPr>
            <p:ph type="ftr" sz="quarter" idx="11"/>
          </p:nvPr>
        </p:nvSpPr>
        <p:spPr/>
        <p:txBody>
          <a:bodyPr/>
          <a:lstStyle/>
          <a:p>
            <a:pPr defTabSz="914377" fontAlgn="base">
              <a:spcBef>
                <a:spcPct val="0"/>
              </a:spcBef>
              <a:spcAft>
                <a:spcPct val="0"/>
              </a:spcAft>
            </a:pPr>
            <a:endParaRPr lang="zh-CN" altLang="en-US">
              <a:solidFill>
                <a:srgbClr val="000000"/>
              </a:solidFill>
            </a:endParaRPr>
          </a:p>
        </p:txBody>
      </p:sp>
      <p:sp>
        <p:nvSpPr>
          <p:cNvPr id="6" name="灯片编号占位符 5"/>
          <p:cNvSpPr>
            <a:spLocks noGrp="1"/>
          </p:cNvSpPr>
          <p:nvPr>
            <p:ph type="sldNum" sz="quarter" idx="12"/>
          </p:nvPr>
        </p:nvSpPr>
        <p:spPr/>
        <p:txBody>
          <a:bodyPr/>
          <a:lstStyle/>
          <a:p>
            <a:pPr defTabSz="914377" fontAlgn="base">
              <a:spcBef>
                <a:spcPct val="0"/>
              </a:spcBef>
              <a:spcAft>
                <a:spcPct val="0"/>
              </a:spcAft>
            </a:pPr>
            <a:fld id="{9A0DB2DC-4C9A-4742-B13C-FB6460FD3503}" type="slidenum">
              <a:rPr lang="zh-CN" altLang="en-US" smtClean="0">
                <a:solidFill>
                  <a:srgbClr val="000000"/>
                </a:solidFill>
              </a:rPr>
              <a:pPr defTabSz="914377" fontAlgn="base">
                <a:spcBef>
                  <a:spcPct val="0"/>
                </a:spcBef>
                <a:spcAft>
                  <a:spcPct val="0"/>
                </a:spcAft>
              </a:pPr>
              <a:t>‹#›</a:t>
            </a:fld>
            <a:endParaRPr lang="zh-CN" altLang="en-US">
              <a:solidFill>
                <a:srgbClr val="000000"/>
              </a:solidFill>
            </a:endParaRPr>
          </a:p>
        </p:txBody>
      </p:sp>
    </p:spTree>
    <p:extLst>
      <p:ext uri="{BB962C8B-B14F-4D97-AF65-F5344CB8AC3E}">
        <p14:creationId xmlns:p14="http://schemas.microsoft.com/office/powerpoint/2010/main" val="21715528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1" y="1709740"/>
            <a:ext cx="10515600" cy="2852737"/>
          </a:xfrm>
        </p:spPr>
        <p:txBody>
          <a:bodyPr anchor="b"/>
          <a:lstStyle>
            <a:lvl1pPr>
              <a:defRPr sz="4500"/>
            </a:lvl1pPr>
          </a:lstStyle>
          <a:p>
            <a:r>
              <a:rPr lang="zh-CN" altLang="en-US"/>
              <a:t>单击此处编辑母版标题样式</a:t>
            </a:r>
          </a:p>
        </p:txBody>
      </p:sp>
      <p:sp>
        <p:nvSpPr>
          <p:cNvPr id="3" name="文本占位符 2"/>
          <p:cNvSpPr>
            <a:spLocks noGrp="1"/>
          </p:cNvSpPr>
          <p:nvPr>
            <p:ph type="body" idx="1"/>
          </p:nvPr>
        </p:nvSpPr>
        <p:spPr>
          <a:xfrm>
            <a:off x="831851" y="4589464"/>
            <a:ext cx="10515600" cy="1500187"/>
          </a:xfrm>
        </p:spPr>
        <p:txBody>
          <a:bodyPr/>
          <a:lstStyle>
            <a:lvl1pPr marL="0" indent="0">
              <a:buNone/>
              <a:defRPr sz="1800">
                <a:solidFill>
                  <a:schemeClr val="tx1">
                    <a:tint val="75000"/>
                  </a:schemeClr>
                </a:solidFill>
              </a:defRPr>
            </a:lvl1pPr>
            <a:lvl2pPr marL="342891" indent="0">
              <a:buNone/>
              <a:defRPr sz="1500">
                <a:solidFill>
                  <a:schemeClr val="tx1">
                    <a:tint val="75000"/>
                  </a:schemeClr>
                </a:solidFill>
              </a:defRPr>
            </a:lvl2pPr>
            <a:lvl3pPr marL="685783" indent="0">
              <a:buNone/>
              <a:defRPr sz="1353">
                <a:solidFill>
                  <a:schemeClr val="tx1">
                    <a:tint val="75000"/>
                  </a:schemeClr>
                </a:solidFill>
              </a:defRPr>
            </a:lvl3pPr>
            <a:lvl4pPr marL="1028674" indent="0">
              <a:buNone/>
              <a:defRPr sz="1200">
                <a:solidFill>
                  <a:schemeClr val="tx1">
                    <a:tint val="75000"/>
                  </a:schemeClr>
                </a:solidFill>
              </a:defRPr>
            </a:lvl4pPr>
            <a:lvl5pPr marL="1371566" indent="0">
              <a:buNone/>
              <a:defRPr sz="1200">
                <a:solidFill>
                  <a:schemeClr val="tx1">
                    <a:tint val="75000"/>
                  </a:schemeClr>
                </a:solidFill>
              </a:defRPr>
            </a:lvl5pPr>
            <a:lvl6pPr marL="1714457" indent="0">
              <a:buNone/>
              <a:defRPr sz="1200">
                <a:solidFill>
                  <a:schemeClr val="tx1">
                    <a:tint val="75000"/>
                  </a:schemeClr>
                </a:solidFill>
              </a:defRPr>
            </a:lvl6pPr>
            <a:lvl7pPr marL="2057349" indent="0">
              <a:buNone/>
              <a:defRPr sz="1200">
                <a:solidFill>
                  <a:schemeClr val="tx1">
                    <a:tint val="75000"/>
                  </a:schemeClr>
                </a:solidFill>
              </a:defRPr>
            </a:lvl7pPr>
            <a:lvl8pPr marL="2400240" indent="0">
              <a:buNone/>
              <a:defRPr sz="1200">
                <a:solidFill>
                  <a:schemeClr val="tx1">
                    <a:tint val="75000"/>
                  </a:schemeClr>
                </a:solidFill>
              </a:defRPr>
            </a:lvl8pPr>
            <a:lvl9pPr marL="2743131" indent="0">
              <a:buNone/>
              <a:defRPr sz="12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p>
            <a:pPr defTabSz="914377" fontAlgn="base">
              <a:spcBef>
                <a:spcPct val="0"/>
              </a:spcBef>
              <a:spcAft>
                <a:spcPct val="0"/>
              </a:spcAft>
            </a:pPr>
            <a:endParaRPr lang="zh-CN" altLang="en-US">
              <a:solidFill>
                <a:srgbClr val="000000"/>
              </a:solidFill>
            </a:endParaRPr>
          </a:p>
        </p:txBody>
      </p:sp>
      <p:sp>
        <p:nvSpPr>
          <p:cNvPr id="5" name="页脚占位符 4"/>
          <p:cNvSpPr>
            <a:spLocks noGrp="1"/>
          </p:cNvSpPr>
          <p:nvPr>
            <p:ph type="ftr" sz="quarter" idx="11"/>
          </p:nvPr>
        </p:nvSpPr>
        <p:spPr/>
        <p:txBody>
          <a:bodyPr/>
          <a:lstStyle/>
          <a:p>
            <a:pPr defTabSz="914377" fontAlgn="base">
              <a:spcBef>
                <a:spcPct val="0"/>
              </a:spcBef>
              <a:spcAft>
                <a:spcPct val="0"/>
              </a:spcAft>
            </a:pPr>
            <a:endParaRPr lang="zh-CN" altLang="en-US">
              <a:solidFill>
                <a:srgbClr val="000000"/>
              </a:solidFill>
            </a:endParaRPr>
          </a:p>
        </p:txBody>
      </p:sp>
      <p:sp>
        <p:nvSpPr>
          <p:cNvPr id="6" name="灯片编号占位符 5"/>
          <p:cNvSpPr>
            <a:spLocks noGrp="1"/>
          </p:cNvSpPr>
          <p:nvPr>
            <p:ph type="sldNum" sz="quarter" idx="12"/>
          </p:nvPr>
        </p:nvSpPr>
        <p:spPr/>
        <p:txBody>
          <a:bodyPr/>
          <a:lstStyle/>
          <a:p>
            <a:pPr defTabSz="914377" fontAlgn="base">
              <a:spcBef>
                <a:spcPct val="0"/>
              </a:spcBef>
              <a:spcAft>
                <a:spcPct val="0"/>
              </a:spcAft>
            </a:pPr>
            <a:fld id="{9A0DB2DC-4C9A-4742-B13C-FB6460FD3503}" type="slidenum">
              <a:rPr lang="zh-CN" altLang="en-US" smtClean="0">
                <a:solidFill>
                  <a:srgbClr val="000000"/>
                </a:solidFill>
              </a:rPr>
              <a:pPr defTabSz="914377" fontAlgn="base">
                <a:spcBef>
                  <a:spcPct val="0"/>
                </a:spcBef>
                <a:spcAft>
                  <a:spcPct val="0"/>
                </a:spcAft>
              </a:pPr>
              <a:t>‹#›</a:t>
            </a:fld>
            <a:endParaRPr lang="zh-CN" altLang="en-US">
              <a:solidFill>
                <a:srgbClr val="000000"/>
              </a:solidFill>
            </a:endParaRPr>
          </a:p>
        </p:txBody>
      </p:sp>
    </p:spTree>
    <p:extLst>
      <p:ext uri="{BB962C8B-B14F-4D97-AF65-F5344CB8AC3E}">
        <p14:creationId xmlns:p14="http://schemas.microsoft.com/office/powerpoint/2010/main" val="295581417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609600" y="1600201"/>
            <a:ext cx="5376672" cy="4525963"/>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205728" y="1600201"/>
            <a:ext cx="5376672" cy="4525963"/>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p>
            <a:pPr defTabSz="914377" fontAlgn="base">
              <a:spcBef>
                <a:spcPct val="0"/>
              </a:spcBef>
              <a:spcAft>
                <a:spcPct val="0"/>
              </a:spcAft>
            </a:pPr>
            <a:endParaRPr lang="zh-CN" altLang="en-US">
              <a:solidFill>
                <a:srgbClr val="000000"/>
              </a:solidFill>
            </a:endParaRPr>
          </a:p>
        </p:txBody>
      </p:sp>
      <p:sp>
        <p:nvSpPr>
          <p:cNvPr id="6" name="页脚占位符 5"/>
          <p:cNvSpPr>
            <a:spLocks noGrp="1"/>
          </p:cNvSpPr>
          <p:nvPr>
            <p:ph type="ftr" sz="quarter" idx="11"/>
          </p:nvPr>
        </p:nvSpPr>
        <p:spPr/>
        <p:txBody>
          <a:bodyPr/>
          <a:lstStyle/>
          <a:p>
            <a:pPr defTabSz="914377" fontAlgn="base">
              <a:spcBef>
                <a:spcPct val="0"/>
              </a:spcBef>
              <a:spcAft>
                <a:spcPct val="0"/>
              </a:spcAft>
            </a:pPr>
            <a:endParaRPr lang="zh-CN" altLang="en-US">
              <a:solidFill>
                <a:srgbClr val="000000"/>
              </a:solidFill>
            </a:endParaRPr>
          </a:p>
        </p:txBody>
      </p:sp>
      <p:sp>
        <p:nvSpPr>
          <p:cNvPr id="7" name="灯片编号占位符 6"/>
          <p:cNvSpPr>
            <a:spLocks noGrp="1"/>
          </p:cNvSpPr>
          <p:nvPr>
            <p:ph type="sldNum" sz="quarter" idx="12"/>
          </p:nvPr>
        </p:nvSpPr>
        <p:spPr/>
        <p:txBody>
          <a:bodyPr/>
          <a:lstStyle/>
          <a:p>
            <a:pPr defTabSz="914377" fontAlgn="base">
              <a:spcBef>
                <a:spcPct val="0"/>
              </a:spcBef>
              <a:spcAft>
                <a:spcPct val="0"/>
              </a:spcAft>
            </a:pPr>
            <a:fld id="{9A0DB2DC-4C9A-4742-B13C-FB6460FD3503}" type="slidenum">
              <a:rPr lang="zh-CN" altLang="en-US" smtClean="0">
                <a:solidFill>
                  <a:srgbClr val="000000"/>
                </a:solidFill>
              </a:rPr>
              <a:pPr defTabSz="914377" fontAlgn="base">
                <a:spcBef>
                  <a:spcPct val="0"/>
                </a:spcBef>
                <a:spcAft>
                  <a:spcPct val="0"/>
                </a:spcAft>
              </a:pPr>
              <a:t>‹#›</a:t>
            </a:fld>
            <a:endParaRPr lang="zh-CN" altLang="en-US">
              <a:solidFill>
                <a:srgbClr val="000000"/>
              </a:solidFill>
            </a:endParaRPr>
          </a:p>
        </p:txBody>
      </p:sp>
    </p:spTree>
    <p:extLst>
      <p:ext uri="{BB962C8B-B14F-4D97-AF65-F5344CB8AC3E}">
        <p14:creationId xmlns:p14="http://schemas.microsoft.com/office/powerpoint/2010/main" val="424929855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p:cNvSpPr>
            <a:spLocks noGrp="1"/>
          </p:cNvSpPr>
          <p:nvPr>
            <p:ph type="body" idx="1"/>
          </p:nvPr>
        </p:nvSpPr>
        <p:spPr>
          <a:xfrm>
            <a:off x="1186777" y="1778439"/>
            <a:ext cx="4873575" cy="823912"/>
          </a:xfrm>
        </p:spPr>
        <p:txBody>
          <a:bodyPr anchor="ctr" anchorCtr="0"/>
          <a:lstStyle>
            <a:lvl1pPr marL="0" indent="0">
              <a:buNone/>
              <a:defRPr sz="2100"/>
            </a:lvl1pPr>
            <a:lvl2pPr marL="342891" indent="0">
              <a:buNone/>
              <a:defRPr sz="1800"/>
            </a:lvl2pPr>
            <a:lvl3pPr marL="685783" indent="0">
              <a:buNone/>
              <a:defRPr sz="1500"/>
            </a:lvl3pPr>
            <a:lvl4pPr marL="1028674" indent="0">
              <a:buNone/>
              <a:defRPr sz="1353"/>
            </a:lvl4pPr>
            <a:lvl5pPr marL="1371566" indent="0">
              <a:buNone/>
              <a:defRPr sz="1353"/>
            </a:lvl5pPr>
            <a:lvl6pPr marL="1714457" indent="0">
              <a:buNone/>
              <a:defRPr sz="1353"/>
            </a:lvl6pPr>
            <a:lvl7pPr marL="2057349" indent="0">
              <a:buNone/>
              <a:defRPr sz="1353"/>
            </a:lvl7pPr>
            <a:lvl8pPr marL="2400240" indent="0">
              <a:buNone/>
              <a:defRPr sz="1353"/>
            </a:lvl8pPr>
            <a:lvl9pPr marL="2743131" indent="0">
              <a:buNone/>
              <a:defRPr sz="1353"/>
            </a:lvl9pPr>
          </a:lstStyle>
          <a:p>
            <a:pPr lvl="0"/>
            <a:r>
              <a:rPr lang="zh-CN" altLang="en-US"/>
              <a:t>单击此处编辑母版文本样式</a:t>
            </a:r>
          </a:p>
        </p:txBody>
      </p:sp>
      <p:sp>
        <p:nvSpPr>
          <p:cNvPr id="4" name="内容占位符 3"/>
          <p:cNvSpPr>
            <a:spLocks noGrp="1"/>
          </p:cNvSpPr>
          <p:nvPr>
            <p:ph sz="half" idx="2"/>
          </p:nvPr>
        </p:nvSpPr>
        <p:spPr>
          <a:xfrm>
            <a:off x="1186777" y="2665379"/>
            <a:ext cx="4873575" cy="3524284"/>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256939" y="1778439"/>
            <a:ext cx="4897576" cy="823912"/>
          </a:xfrm>
        </p:spPr>
        <p:txBody>
          <a:bodyPr anchor="ctr" anchorCtr="0"/>
          <a:lstStyle>
            <a:lvl1pPr marL="0" indent="0">
              <a:buNone/>
              <a:defRPr sz="2100"/>
            </a:lvl1pPr>
            <a:lvl2pPr marL="342891" indent="0">
              <a:buNone/>
              <a:defRPr sz="1800"/>
            </a:lvl2pPr>
            <a:lvl3pPr marL="685783" indent="0">
              <a:buNone/>
              <a:defRPr sz="1500"/>
            </a:lvl3pPr>
            <a:lvl4pPr marL="1028674" indent="0">
              <a:buNone/>
              <a:defRPr sz="1353"/>
            </a:lvl4pPr>
            <a:lvl5pPr marL="1371566" indent="0">
              <a:buNone/>
              <a:defRPr sz="1353"/>
            </a:lvl5pPr>
            <a:lvl6pPr marL="1714457" indent="0">
              <a:buNone/>
              <a:defRPr sz="1353"/>
            </a:lvl6pPr>
            <a:lvl7pPr marL="2057349" indent="0">
              <a:buNone/>
              <a:defRPr sz="1353"/>
            </a:lvl7pPr>
            <a:lvl8pPr marL="2400240" indent="0">
              <a:buNone/>
              <a:defRPr sz="1353"/>
            </a:lvl8pPr>
            <a:lvl9pPr marL="2743131" indent="0">
              <a:buNone/>
              <a:defRPr sz="1353"/>
            </a:lvl9pPr>
          </a:lstStyle>
          <a:p>
            <a:pPr lvl="0"/>
            <a:r>
              <a:rPr lang="zh-CN" altLang="en-US"/>
              <a:t>单击此处编辑母版文本样式</a:t>
            </a:r>
          </a:p>
        </p:txBody>
      </p:sp>
      <p:sp>
        <p:nvSpPr>
          <p:cNvPr id="6" name="内容占位符 5"/>
          <p:cNvSpPr>
            <a:spLocks noGrp="1"/>
          </p:cNvSpPr>
          <p:nvPr>
            <p:ph sz="quarter" idx="4"/>
          </p:nvPr>
        </p:nvSpPr>
        <p:spPr>
          <a:xfrm>
            <a:off x="6256939" y="2665379"/>
            <a:ext cx="4897576" cy="3524284"/>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pPr defTabSz="914377" fontAlgn="base">
              <a:spcBef>
                <a:spcPct val="0"/>
              </a:spcBef>
              <a:spcAft>
                <a:spcPct val="0"/>
              </a:spcAft>
            </a:pPr>
            <a:endParaRPr lang="zh-CN" altLang="en-US">
              <a:solidFill>
                <a:srgbClr val="000000"/>
              </a:solidFill>
            </a:endParaRPr>
          </a:p>
        </p:txBody>
      </p:sp>
      <p:sp>
        <p:nvSpPr>
          <p:cNvPr id="8" name="页脚占位符 7"/>
          <p:cNvSpPr>
            <a:spLocks noGrp="1"/>
          </p:cNvSpPr>
          <p:nvPr>
            <p:ph type="ftr" sz="quarter" idx="11"/>
          </p:nvPr>
        </p:nvSpPr>
        <p:spPr/>
        <p:txBody>
          <a:bodyPr/>
          <a:lstStyle/>
          <a:p>
            <a:pPr defTabSz="914377" fontAlgn="base">
              <a:spcBef>
                <a:spcPct val="0"/>
              </a:spcBef>
              <a:spcAft>
                <a:spcPct val="0"/>
              </a:spcAft>
            </a:pPr>
            <a:endParaRPr lang="zh-CN" altLang="en-US">
              <a:solidFill>
                <a:srgbClr val="000000"/>
              </a:solidFill>
            </a:endParaRPr>
          </a:p>
        </p:txBody>
      </p:sp>
      <p:sp>
        <p:nvSpPr>
          <p:cNvPr id="9" name="灯片编号占位符 8"/>
          <p:cNvSpPr>
            <a:spLocks noGrp="1"/>
          </p:cNvSpPr>
          <p:nvPr>
            <p:ph type="sldNum" sz="quarter" idx="12"/>
          </p:nvPr>
        </p:nvSpPr>
        <p:spPr/>
        <p:txBody>
          <a:bodyPr/>
          <a:lstStyle/>
          <a:p>
            <a:pPr defTabSz="914377" fontAlgn="base">
              <a:spcBef>
                <a:spcPct val="0"/>
              </a:spcBef>
              <a:spcAft>
                <a:spcPct val="0"/>
              </a:spcAft>
            </a:pPr>
            <a:fld id="{9A0DB2DC-4C9A-4742-B13C-FB6460FD3503}" type="slidenum">
              <a:rPr lang="zh-CN" altLang="en-US" smtClean="0">
                <a:solidFill>
                  <a:srgbClr val="000000"/>
                </a:solidFill>
              </a:rPr>
              <a:pPr defTabSz="914377" fontAlgn="base">
                <a:spcBef>
                  <a:spcPct val="0"/>
                </a:spcBef>
                <a:spcAft>
                  <a:spcPct val="0"/>
                </a:spcAft>
              </a:pPr>
              <a:t>‹#›</a:t>
            </a:fld>
            <a:endParaRPr lang="zh-CN" altLang="en-US">
              <a:solidFill>
                <a:srgbClr val="000000"/>
              </a:solidFill>
            </a:endParaRPr>
          </a:p>
        </p:txBody>
      </p:sp>
    </p:spTree>
    <p:extLst>
      <p:ext uri="{BB962C8B-B14F-4D97-AF65-F5344CB8AC3E}">
        <p14:creationId xmlns:p14="http://schemas.microsoft.com/office/powerpoint/2010/main" val="65265624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pPr defTabSz="914377" fontAlgn="base">
              <a:spcBef>
                <a:spcPct val="0"/>
              </a:spcBef>
              <a:spcAft>
                <a:spcPct val="0"/>
              </a:spcAft>
            </a:pPr>
            <a:endParaRPr lang="zh-CN" altLang="en-US">
              <a:solidFill>
                <a:srgbClr val="000000"/>
              </a:solidFill>
            </a:endParaRPr>
          </a:p>
        </p:txBody>
      </p:sp>
      <p:sp>
        <p:nvSpPr>
          <p:cNvPr id="4" name="页脚占位符 3"/>
          <p:cNvSpPr>
            <a:spLocks noGrp="1"/>
          </p:cNvSpPr>
          <p:nvPr>
            <p:ph type="ftr" sz="quarter" idx="11"/>
          </p:nvPr>
        </p:nvSpPr>
        <p:spPr/>
        <p:txBody>
          <a:bodyPr/>
          <a:lstStyle/>
          <a:p>
            <a:pPr defTabSz="914377" fontAlgn="base">
              <a:spcBef>
                <a:spcPct val="0"/>
              </a:spcBef>
              <a:spcAft>
                <a:spcPct val="0"/>
              </a:spcAft>
            </a:pPr>
            <a:endParaRPr lang="zh-CN" altLang="en-US">
              <a:solidFill>
                <a:srgbClr val="000000"/>
              </a:solidFill>
            </a:endParaRPr>
          </a:p>
        </p:txBody>
      </p:sp>
      <p:sp>
        <p:nvSpPr>
          <p:cNvPr id="5" name="灯片编号占位符 4"/>
          <p:cNvSpPr>
            <a:spLocks noGrp="1"/>
          </p:cNvSpPr>
          <p:nvPr>
            <p:ph type="sldNum" sz="quarter" idx="12"/>
          </p:nvPr>
        </p:nvSpPr>
        <p:spPr/>
        <p:txBody>
          <a:bodyPr/>
          <a:lstStyle/>
          <a:p>
            <a:pPr defTabSz="914377" fontAlgn="base">
              <a:spcBef>
                <a:spcPct val="0"/>
              </a:spcBef>
              <a:spcAft>
                <a:spcPct val="0"/>
              </a:spcAft>
            </a:pPr>
            <a:fld id="{9A0DB2DC-4C9A-4742-B13C-FB6460FD3503}" type="slidenum">
              <a:rPr lang="zh-CN" altLang="en-US" smtClean="0">
                <a:solidFill>
                  <a:srgbClr val="000000"/>
                </a:solidFill>
              </a:rPr>
              <a:pPr defTabSz="914377" fontAlgn="base">
                <a:spcBef>
                  <a:spcPct val="0"/>
                </a:spcBef>
                <a:spcAft>
                  <a:spcPct val="0"/>
                </a:spcAft>
              </a:pPr>
              <a:t>‹#›</a:t>
            </a:fld>
            <a:endParaRPr lang="zh-CN" altLang="en-US">
              <a:solidFill>
                <a:srgbClr val="000000"/>
              </a:solidFill>
            </a:endParaRPr>
          </a:p>
        </p:txBody>
      </p:sp>
    </p:spTree>
    <p:extLst>
      <p:ext uri="{BB962C8B-B14F-4D97-AF65-F5344CB8AC3E}">
        <p14:creationId xmlns:p14="http://schemas.microsoft.com/office/powerpoint/2010/main" val="32282525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pPr defTabSz="914377" fontAlgn="base">
              <a:spcBef>
                <a:spcPct val="0"/>
              </a:spcBef>
              <a:spcAft>
                <a:spcPct val="0"/>
              </a:spcAft>
            </a:pPr>
            <a:endParaRPr lang="zh-CN" altLang="en-US">
              <a:solidFill>
                <a:srgbClr val="000000"/>
              </a:solidFill>
            </a:endParaRPr>
          </a:p>
        </p:txBody>
      </p:sp>
      <p:sp>
        <p:nvSpPr>
          <p:cNvPr id="3" name="页脚占位符 2"/>
          <p:cNvSpPr>
            <a:spLocks noGrp="1"/>
          </p:cNvSpPr>
          <p:nvPr>
            <p:ph type="ftr" sz="quarter" idx="11"/>
          </p:nvPr>
        </p:nvSpPr>
        <p:spPr/>
        <p:txBody>
          <a:bodyPr/>
          <a:lstStyle/>
          <a:p>
            <a:pPr defTabSz="914377" fontAlgn="base">
              <a:spcBef>
                <a:spcPct val="0"/>
              </a:spcBef>
              <a:spcAft>
                <a:spcPct val="0"/>
              </a:spcAft>
            </a:pPr>
            <a:endParaRPr lang="zh-CN" altLang="en-US">
              <a:solidFill>
                <a:srgbClr val="000000"/>
              </a:solidFill>
            </a:endParaRPr>
          </a:p>
        </p:txBody>
      </p:sp>
      <p:sp>
        <p:nvSpPr>
          <p:cNvPr id="4" name="灯片编号占位符 3"/>
          <p:cNvSpPr>
            <a:spLocks noGrp="1"/>
          </p:cNvSpPr>
          <p:nvPr>
            <p:ph type="sldNum" sz="quarter" idx="12"/>
          </p:nvPr>
        </p:nvSpPr>
        <p:spPr/>
        <p:txBody>
          <a:bodyPr/>
          <a:lstStyle/>
          <a:p>
            <a:pPr defTabSz="914377" fontAlgn="base">
              <a:spcBef>
                <a:spcPct val="0"/>
              </a:spcBef>
              <a:spcAft>
                <a:spcPct val="0"/>
              </a:spcAft>
            </a:pPr>
            <a:fld id="{9A0DB2DC-4C9A-4742-B13C-FB6460FD3503}" type="slidenum">
              <a:rPr lang="zh-CN" altLang="en-US" smtClean="0">
                <a:solidFill>
                  <a:srgbClr val="000000"/>
                </a:solidFill>
              </a:rPr>
              <a:pPr defTabSz="914377" fontAlgn="base">
                <a:spcBef>
                  <a:spcPct val="0"/>
                </a:spcBef>
                <a:spcAft>
                  <a:spcPct val="0"/>
                </a:spcAft>
              </a:pPr>
              <a:t>‹#›</a:t>
            </a:fld>
            <a:endParaRPr lang="zh-CN" altLang="en-US">
              <a:solidFill>
                <a:srgbClr val="000000"/>
              </a:solidFill>
            </a:endParaRPr>
          </a:p>
        </p:txBody>
      </p:sp>
    </p:spTree>
    <p:extLst>
      <p:ext uri="{BB962C8B-B14F-4D97-AF65-F5344CB8AC3E}">
        <p14:creationId xmlns:p14="http://schemas.microsoft.com/office/powerpoint/2010/main" val="302566403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2400"/>
            </a:lvl1pPr>
          </a:lstStyle>
          <a:p>
            <a:r>
              <a:rPr lang="zh-CN" altLang="en-US"/>
              <a:t>单击此处编辑母版标题样式</a:t>
            </a:r>
          </a:p>
        </p:txBody>
      </p:sp>
      <p:sp>
        <p:nvSpPr>
          <p:cNvPr id="3" name="内容占位符 2"/>
          <p:cNvSpPr>
            <a:spLocks noGrp="1"/>
          </p:cNvSpPr>
          <p:nvPr>
            <p:ph idx="1"/>
          </p:nvPr>
        </p:nvSpPr>
        <p:spPr>
          <a:xfrm>
            <a:off x="5183188" y="987426"/>
            <a:ext cx="617220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839788" y="2057401"/>
            <a:ext cx="3932237" cy="3811588"/>
          </a:xfrm>
        </p:spPr>
        <p:txBody>
          <a:bodyPr/>
          <a:lstStyle>
            <a:lvl1pPr marL="0" indent="0">
              <a:buNone/>
              <a:defRPr sz="1200"/>
            </a:lvl1pPr>
            <a:lvl2pPr marL="342891" indent="0">
              <a:buNone/>
              <a:defRPr sz="1053"/>
            </a:lvl2pPr>
            <a:lvl3pPr marL="685783" indent="0">
              <a:buNone/>
              <a:defRPr sz="900"/>
            </a:lvl3pPr>
            <a:lvl4pPr marL="1028674" indent="0">
              <a:buNone/>
              <a:defRPr sz="753"/>
            </a:lvl4pPr>
            <a:lvl5pPr marL="1371566" indent="0">
              <a:buNone/>
              <a:defRPr sz="753"/>
            </a:lvl5pPr>
            <a:lvl6pPr marL="1714457" indent="0">
              <a:buNone/>
              <a:defRPr sz="753"/>
            </a:lvl6pPr>
            <a:lvl7pPr marL="2057349" indent="0">
              <a:buNone/>
              <a:defRPr sz="753"/>
            </a:lvl7pPr>
            <a:lvl8pPr marL="2400240" indent="0">
              <a:buNone/>
              <a:defRPr sz="753"/>
            </a:lvl8pPr>
            <a:lvl9pPr marL="2743131" indent="0">
              <a:buNone/>
              <a:defRPr sz="753"/>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pPr defTabSz="914377" fontAlgn="base">
              <a:spcBef>
                <a:spcPct val="0"/>
              </a:spcBef>
              <a:spcAft>
                <a:spcPct val="0"/>
              </a:spcAft>
            </a:pPr>
            <a:endParaRPr lang="zh-CN" altLang="en-US">
              <a:solidFill>
                <a:srgbClr val="000000"/>
              </a:solidFill>
            </a:endParaRPr>
          </a:p>
        </p:txBody>
      </p:sp>
      <p:sp>
        <p:nvSpPr>
          <p:cNvPr id="6" name="页脚占位符 5"/>
          <p:cNvSpPr>
            <a:spLocks noGrp="1"/>
          </p:cNvSpPr>
          <p:nvPr>
            <p:ph type="ftr" sz="quarter" idx="11"/>
          </p:nvPr>
        </p:nvSpPr>
        <p:spPr/>
        <p:txBody>
          <a:bodyPr/>
          <a:lstStyle/>
          <a:p>
            <a:pPr defTabSz="914377" fontAlgn="base">
              <a:spcBef>
                <a:spcPct val="0"/>
              </a:spcBef>
              <a:spcAft>
                <a:spcPct val="0"/>
              </a:spcAft>
            </a:pPr>
            <a:endParaRPr lang="zh-CN" altLang="en-US">
              <a:solidFill>
                <a:srgbClr val="000000"/>
              </a:solidFill>
            </a:endParaRPr>
          </a:p>
        </p:txBody>
      </p:sp>
      <p:sp>
        <p:nvSpPr>
          <p:cNvPr id="7" name="灯片编号占位符 6"/>
          <p:cNvSpPr>
            <a:spLocks noGrp="1"/>
          </p:cNvSpPr>
          <p:nvPr>
            <p:ph type="sldNum" sz="quarter" idx="12"/>
          </p:nvPr>
        </p:nvSpPr>
        <p:spPr/>
        <p:txBody>
          <a:bodyPr/>
          <a:lstStyle/>
          <a:p>
            <a:pPr defTabSz="914377" fontAlgn="base">
              <a:spcBef>
                <a:spcPct val="0"/>
              </a:spcBef>
              <a:spcAft>
                <a:spcPct val="0"/>
              </a:spcAft>
            </a:pPr>
            <a:fld id="{9A0DB2DC-4C9A-4742-B13C-FB6460FD3503}" type="slidenum">
              <a:rPr lang="zh-CN" altLang="en-US" smtClean="0">
                <a:solidFill>
                  <a:srgbClr val="000000"/>
                </a:solidFill>
              </a:rPr>
              <a:pPr defTabSz="914377" fontAlgn="base">
                <a:spcBef>
                  <a:spcPct val="0"/>
                </a:spcBef>
                <a:spcAft>
                  <a:spcPct val="0"/>
                </a:spcAft>
              </a:pPr>
              <a:t>‹#›</a:t>
            </a:fld>
            <a:endParaRPr lang="zh-CN" altLang="en-US">
              <a:solidFill>
                <a:srgbClr val="000000"/>
              </a:solidFill>
            </a:endParaRPr>
          </a:p>
        </p:txBody>
      </p:sp>
    </p:spTree>
    <p:extLst>
      <p:ext uri="{BB962C8B-B14F-4D97-AF65-F5344CB8AC3E}">
        <p14:creationId xmlns:p14="http://schemas.microsoft.com/office/powerpoint/2010/main" val="290778514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4165349" cy="1600200"/>
          </a:xfrm>
        </p:spPr>
        <p:txBody>
          <a:bodyPr anchor="b"/>
          <a:lstStyle>
            <a:lvl1pPr>
              <a:defRPr sz="2400"/>
            </a:lvl1pPr>
          </a:lstStyle>
          <a:p>
            <a:r>
              <a:rPr lang="zh-CN" altLang="en-US"/>
              <a:t>单击此处编辑母版标题样式</a:t>
            </a:r>
          </a:p>
        </p:txBody>
      </p:sp>
      <p:sp>
        <p:nvSpPr>
          <p:cNvPr id="3" name="图片占位符 2"/>
          <p:cNvSpPr>
            <a:spLocks noGrp="1"/>
          </p:cNvSpPr>
          <p:nvPr>
            <p:ph type="pic" idx="1"/>
          </p:nvPr>
        </p:nvSpPr>
        <p:spPr>
          <a:xfrm>
            <a:off x="5183188" y="457201"/>
            <a:ext cx="6172200" cy="5403851"/>
          </a:xfrm>
        </p:spPr>
        <p:txBody>
          <a:bodyPr/>
          <a:lstStyle>
            <a:lvl1pPr marL="0" indent="0">
              <a:buNone/>
              <a:defRPr sz="2400"/>
            </a:lvl1pPr>
            <a:lvl2pPr marL="342891" indent="0">
              <a:buNone/>
              <a:defRPr sz="2100"/>
            </a:lvl2pPr>
            <a:lvl3pPr marL="685783" indent="0">
              <a:buNone/>
              <a:defRPr sz="1800"/>
            </a:lvl3pPr>
            <a:lvl4pPr marL="1028674" indent="0">
              <a:buNone/>
              <a:defRPr sz="1500"/>
            </a:lvl4pPr>
            <a:lvl5pPr marL="1371566" indent="0">
              <a:buNone/>
              <a:defRPr sz="1500"/>
            </a:lvl5pPr>
            <a:lvl6pPr marL="1714457" indent="0">
              <a:buNone/>
              <a:defRPr sz="1500"/>
            </a:lvl6pPr>
            <a:lvl7pPr marL="2057349" indent="0">
              <a:buNone/>
              <a:defRPr sz="1500"/>
            </a:lvl7pPr>
            <a:lvl8pPr marL="2400240" indent="0">
              <a:buNone/>
              <a:defRPr sz="1500"/>
            </a:lvl8pPr>
            <a:lvl9pPr marL="2743131" indent="0">
              <a:buNone/>
              <a:defRPr sz="1500"/>
            </a:lvl9pPr>
          </a:lstStyle>
          <a:p>
            <a:endParaRPr lang="zh-CN" altLang="en-US"/>
          </a:p>
        </p:txBody>
      </p:sp>
      <p:sp>
        <p:nvSpPr>
          <p:cNvPr id="4" name="文本占位符 3"/>
          <p:cNvSpPr>
            <a:spLocks noGrp="1"/>
          </p:cNvSpPr>
          <p:nvPr>
            <p:ph type="body" sz="half" idx="2"/>
          </p:nvPr>
        </p:nvSpPr>
        <p:spPr>
          <a:xfrm>
            <a:off x="839788" y="2057401"/>
            <a:ext cx="4165349" cy="3811588"/>
          </a:xfrm>
        </p:spPr>
        <p:txBody>
          <a:bodyPr/>
          <a:lstStyle>
            <a:lvl1pPr marL="0" indent="0">
              <a:buNone/>
              <a:defRPr sz="1500"/>
            </a:lvl1pPr>
            <a:lvl2pPr marL="342891" indent="0">
              <a:buNone/>
              <a:defRPr sz="1353"/>
            </a:lvl2pPr>
            <a:lvl3pPr marL="685783" indent="0">
              <a:buNone/>
              <a:defRPr sz="1200"/>
            </a:lvl3pPr>
            <a:lvl4pPr marL="1028674" indent="0">
              <a:buNone/>
              <a:defRPr sz="1053"/>
            </a:lvl4pPr>
            <a:lvl5pPr marL="1371566" indent="0">
              <a:buNone/>
              <a:defRPr sz="1053"/>
            </a:lvl5pPr>
            <a:lvl6pPr marL="1714457" indent="0">
              <a:buNone/>
              <a:defRPr sz="1053"/>
            </a:lvl6pPr>
            <a:lvl7pPr marL="2057349" indent="0">
              <a:buNone/>
              <a:defRPr sz="1053"/>
            </a:lvl7pPr>
            <a:lvl8pPr marL="2400240" indent="0">
              <a:buNone/>
              <a:defRPr sz="1053"/>
            </a:lvl8pPr>
            <a:lvl9pPr marL="2743131" indent="0">
              <a:buNone/>
              <a:defRPr sz="1053"/>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pPr defTabSz="914377" fontAlgn="base">
              <a:spcBef>
                <a:spcPct val="0"/>
              </a:spcBef>
              <a:spcAft>
                <a:spcPct val="0"/>
              </a:spcAft>
            </a:pPr>
            <a:endParaRPr lang="zh-CN" altLang="en-US">
              <a:solidFill>
                <a:srgbClr val="000000"/>
              </a:solidFill>
            </a:endParaRPr>
          </a:p>
        </p:txBody>
      </p:sp>
      <p:sp>
        <p:nvSpPr>
          <p:cNvPr id="6" name="页脚占位符 5"/>
          <p:cNvSpPr>
            <a:spLocks noGrp="1"/>
          </p:cNvSpPr>
          <p:nvPr>
            <p:ph type="ftr" sz="quarter" idx="11"/>
          </p:nvPr>
        </p:nvSpPr>
        <p:spPr/>
        <p:txBody>
          <a:bodyPr/>
          <a:lstStyle/>
          <a:p>
            <a:pPr defTabSz="914377" fontAlgn="base">
              <a:spcBef>
                <a:spcPct val="0"/>
              </a:spcBef>
              <a:spcAft>
                <a:spcPct val="0"/>
              </a:spcAft>
            </a:pPr>
            <a:endParaRPr lang="zh-CN" altLang="en-US">
              <a:solidFill>
                <a:srgbClr val="000000"/>
              </a:solidFill>
            </a:endParaRPr>
          </a:p>
        </p:txBody>
      </p:sp>
      <p:sp>
        <p:nvSpPr>
          <p:cNvPr id="7" name="灯片编号占位符 6"/>
          <p:cNvSpPr>
            <a:spLocks noGrp="1"/>
          </p:cNvSpPr>
          <p:nvPr>
            <p:ph type="sldNum" sz="quarter" idx="12"/>
          </p:nvPr>
        </p:nvSpPr>
        <p:spPr/>
        <p:txBody>
          <a:bodyPr/>
          <a:lstStyle/>
          <a:p>
            <a:pPr defTabSz="914377" fontAlgn="base">
              <a:spcBef>
                <a:spcPct val="0"/>
              </a:spcBef>
              <a:spcAft>
                <a:spcPct val="0"/>
              </a:spcAft>
            </a:pPr>
            <a:fld id="{9A0DB2DC-4C9A-4742-B13C-FB6460FD3503}" type="slidenum">
              <a:rPr lang="zh-CN" altLang="en-US" smtClean="0">
                <a:solidFill>
                  <a:srgbClr val="000000"/>
                </a:solidFill>
              </a:rPr>
              <a:pPr defTabSz="914377" fontAlgn="base">
                <a:spcBef>
                  <a:spcPct val="0"/>
                </a:spcBef>
                <a:spcAft>
                  <a:spcPct val="0"/>
                </a:spcAft>
              </a:pPr>
              <a:t>‹#›</a:t>
            </a:fld>
            <a:endParaRPr lang="zh-CN" altLang="en-US">
              <a:solidFill>
                <a:srgbClr val="000000"/>
              </a:solidFill>
            </a:endParaRPr>
          </a:p>
        </p:txBody>
      </p:sp>
    </p:spTree>
    <p:extLst>
      <p:ext uri="{BB962C8B-B14F-4D97-AF65-F5344CB8AC3E}">
        <p14:creationId xmlns:p14="http://schemas.microsoft.com/office/powerpoint/2010/main" val="321699981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pPr defTabSz="914377" fontAlgn="base">
              <a:spcBef>
                <a:spcPct val="0"/>
              </a:spcBef>
              <a:spcAft>
                <a:spcPct val="0"/>
              </a:spcAft>
            </a:pPr>
            <a:endParaRPr lang="zh-CN" altLang="en-US">
              <a:solidFill>
                <a:srgbClr val="000000"/>
              </a:solidFill>
            </a:endParaRPr>
          </a:p>
        </p:txBody>
      </p:sp>
      <p:sp>
        <p:nvSpPr>
          <p:cNvPr id="5" name="页脚占位符 4"/>
          <p:cNvSpPr>
            <a:spLocks noGrp="1"/>
          </p:cNvSpPr>
          <p:nvPr>
            <p:ph type="ftr" sz="quarter" idx="11"/>
          </p:nvPr>
        </p:nvSpPr>
        <p:spPr/>
        <p:txBody>
          <a:bodyPr/>
          <a:lstStyle/>
          <a:p>
            <a:pPr defTabSz="914377" fontAlgn="base">
              <a:spcBef>
                <a:spcPct val="0"/>
              </a:spcBef>
              <a:spcAft>
                <a:spcPct val="0"/>
              </a:spcAft>
            </a:pPr>
            <a:endParaRPr lang="zh-CN" altLang="en-US">
              <a:solidFill>
                <a:srgbClr val="000000"/>
              </a:solidFill>
            </a:endParaRPr>
          </a:p>
        </p:txBody>
      </p:sp>
      <p:sp>
        <p:nvSpPr>
          <p:cNvPr id="6" name="灯片编号占位符 5"/>
          <p:cNvSpPr>
            <a:spLocks noGrp="1"/>
          </p:cNvSpPr>
          <p:nvPr>
            <p:ph type="sldNum" sz="quarter" idx="12"/>
          </p:nvPr>
        </p:nvSpPr>
        <p:spPr/>
        <p:txBody>
          <a:bodyPr/>
          <a:lstStyle/>
          <a:p>
            <a:pPr defTabSz="914377" fontAlgn="base">
              <a:spcBef>
                <a:spcPct val="0"/>
              </a:spcBef>
              <a:spcAft>
                <a:spcPct val="0"/>
              </a:spcAft>
            </a:pPr>
            <a:fld id="{9A0DB2DC-4C9A-4742-B13C-FB6460FD3503}" type="slidenum">
              <a:rPr lang="zh-CN" altLang="en-US" smtClean="0">
                <a:solidFill>
                  <a:srgbClr val="000000"/>
                </a:solidFill>
              </a:rPr>
              <a:pPr defTabSz="914377" fontAlgn="base">
                <a:spcBef>
                  <a:spcPct val="0"/>
                </a:spcBef>
                <a:spcAft>
                  <a:spcPct val="0"/>
                </a:spcAft>
              </a:pPr>
              <a:t>‹#›</a:t>
            </a:fld>
            <a:endParaRPr lang="zh-CN" altLang="en-US">
              <a:solidFill>
                <a:srgbClr val="000000"/>
              </a:solidFill>
            </a:endParaRPr>
          </a:p>
        </p:txBody>
      </p:sp>
    </p:spTree>
    <p:extLst>
      <p:ext uri="{BB962C8B-B14F-4D97-AF65-F5344CB8AC3E}">
        <p14:creationId xmlns:p14="http://schemas.microsoft.com/office/powerpoint/2010/main" val="284240911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839200" y="274639"/>
            <a:ext cx="2743200" cy="5851525"/>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609600" y="274639"/>
            <a:ext cx="8070573" cy="5851525"/>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pPr defTabSz="914377" fontAlgn="base">
              <a:spcBef>
                <a:spcPct val="0"/>
              </a:spcBef>
              <a:spcAft>
                <a:spcPct val="0"/>
              </a:spcAft>
            </a:pPr>
            <a:endParaRPr lang="zh-CN" altLang="en-US">
              <a:solidFill>
                <a:srgbClr val="000000"/>
              </a:solidFill>
            </a:endParaRPr>
          </a:p>
        </p:txBody>
      </p:sp>
      <p:sp>
        <p:nvSpPr>
          <p:cNvPr id="5" name="页脚占位符 4"/>
          <p:cNvSpPr>
            <a:spLocks noGrp="1"/>
          </p:cNvSpPr>
          <p:nvPr>
            <p:ph type="ftr" sz="quarter" idx="11"/>
          </p:nvPr>
        </p:nvSpPr>
        <p:spPr/>
        <p:txBody>
          <a:bodyPr/>
          <a:lstStyle/>
          <a:p>
            <a:pPr defTabSz="914377" fontAlgn="base">
              <a:spcBef>
                <a:spcPct val="0"/>
              </a:spcBef>
              <a:spcAft>
                <a:spcPct val="0"/>
              </a:spcAft>
            </a:pPr>
            <a:endParaRPr lang="zh-CN" altLang="en-US">
              <a:solidFill>
                <a:srgbClr val="000000"/>
              </a:solidFill>
            </a:endParaRPr>
          </a:p>
        </p:txBody>
      </p:sp>
      <p:sp>
        <p:nvSpPr>
          <p:cNvPr id="6" name="灯片编号占位符 5"/>
          <p:cNvSpPr>
            <a:spLocks noGrp="1"/>
          </p:cNvSpPr>
          <p:nvPr>
            <p:ph type="sldNum" sz="quarter" idx="12"/>
          </p:nvPr>
        </p:nvSpPr>
        <p:spPr/>
        <p:txBody>
          <a:bodyPr/>
          <a:lstStyle/>
          <a:p>
            <a:pPr defTabSz="914377" fontAlgn="base">
              <a:spcBef>
                <a:spcPct val="0"/>
              </a:spcBef>
              <a:spcAft>
                <a:spcPct val="0"/>
              </a:spcAft>
            </a:pPr>
            <a:fld id="{9A0DB2DC-4C9A-4742-B13C-FB6460FD3503}" type="slidenum">
              <a:rPr lang="zh-CN" altLang="en-US" smtClean="0">
                <a:solidFill>
                  <a:srgbClr val="000000"/>
                </a:solidFill>
              </a:rPr>
              <a:pPr defTabSz="914377" fontAlgn="base">
                <a:spcBef>
                  <a:spcPct val="0"/>
                </a:spcBef>
                <a:spcAft>
                  <a:spcPct val="0"/>
                </a:spcAft>
              </a:pPr>
              <a:t>‹#›</a:t>
            </a:fld>
            <a:endParaRPr lang="zh-CN" altLang="en-US">
              <a:solidFill>
                <a:srgbClr val="000000"/>
              </a:solidFill>
            </a:endParaRPr>
          </a:p>
        </p:txBody>
      </p:sp>
    </p:spTree>
    <p:extLst>
      <p:ext uri="{BB962C8B-B14F-4D97-AF65-F5344CB8AC3E}">
        <p14:creationId xmlns:p14="http://schemas.microsoft.com/office/powerpoint/2010/main" val="320218316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标题和内容">
    <p:spTree>
      <p:nvGrpSpPr>
        <p:cNvPr id="1" name=""/>
        <p:cNvGrpSpPr/>
        <p:nvPr/>
      </p:nvGrpSpPr>
      <p:grpSpPr>
        <a:xfrm>
          <a:off x="0" y="0"/>
          <a:ext cx="0" cy="0"/>
          <a:chOff x="0" y="0"/>
          <a:chExt cx="0" cy="0"/>
        </a:xfrm>
      </p:grpSpPr>
    </p:spTree>
    <p:extLst>
      <p:ext uri="{BB962C8B-B14F-4D97-AF65-F5344CB8AC3E}">
        <p14:creationId xmlns:p14="http://schemas.microsoft.com/office/powerpoint/2010/main" val="24400107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FA0558-CA62-4D91-8F6C-F489DB76540B}" type="datetime1">
              <a:rPr kumimoji="0" lang="zh-CN" altLang="en-US" sz="1200" b="0" i="0" u="none" strike="noStrike" kern="1200" cap="none" spc="0" normalizeH="0" baseline="0" noProof="0" smtClean="0">
                <a:ln>
                  <a:noFill/>
                </a:ln>
                <a:solidFill>
                  <a:srgbClr val="000000">
                    <a:tint val="75000"/>
                  </a:srgbClr>
                </a:solidFill>
                <a:effectLst/>
                <a:uLnTx/>
                <a:uFillTx/>
                <a:latin typeface="Arial"/>
                <a:ea typeface="等线"/>
                <a:cs typeface="+mn-cs"/>
              </a:rPr>
              <a:pPr marL="0" marR="0" lvl="0" indent="0" algn="l" defTabSz="914400" rtl="0" eaLnBrk="1" fontAlgn="auto" latinLnBrk="0" hangingPunct="1">
                <a:lnSpc>
                  <a:spcPct val="100000"/>
                </a:lnSpc>
                <a:spcBef>
                  <a:spcPts val="0"/>
                </a:spcBef>
                <a:spcAft>
                  <a:spcPts val="0"/>
                </a:spcAft>
                <a:buClrTx/>
                <a:buSzTx/>
                <a:buFontTx/>
                <a:buNone/>
                <a:tabLst/>
                <a:defRPr/>
              </a:pPr>
              <a:t>2025/9/23</a:t>
            </a:fld>
            <a:endParaRPr kumimoji="0" lang="zh-CN" altLang="en-US" sz="1200" b="0" i="0" u="none" strike="noStrike" kern="1200" cap="none" spc="0" normalizeH="0" baseline="0" noProof="0">
              <a:ln>
                <a:noFill/>
              </a:ln>
              <a:solidFill>
                <a:srgbClr val="000000">
                  <a:tint val="75000"/>
                </a:srgbClr>
              </a:solidFill>
              <a:effectLst/>
              <a:uLnTx/>
              <a:uFillTx/>
              <a:latin typeface="Arial"/>
              <a:ea typeface="等线"/>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200" b="0" i="0" u="none" strike="noStrike" kern="1200" cap="none" spc="0" normalizeH="0" baseline="0" noProof="0">
                <a:ln>
                  <a:noFill/>
                </a:ln>
                <a:solidFill>
                  <a:srgbClr val="000000">
                    <a:tint val="75000"/>
                  </a:srgbClr>
                </a:solidFill>
                <a:effectLst/>
                <a:uLnTx/>
                <a:uFillTx/>
                <a:latin typeface="Arial"/>
                <a:ea typeface="等线"/>
                <a:cs typeface="+mn-cs"/>
              </a:rPr>
              <a:t>1</a:t>
            </a:r>
            <a:endParaRPr kumimoji="0" lang="zh-CN" altLang="en-US" sz="1200" b="0" i="0" u="none" strike="noStrike" kern="1200" cap="none" spc="0" normalizeH="0" baseline="0" noProof="0">
              <a:ln>
                <a:noFill/>
              </a:ln>
              <a:solidFill>
                <a:srgbClr val="000000">
                  <a:tint val="75000"/>
                </a:srgbClr>
              </a:solidFill>
              <a:effectLst/>
              <a:uLnTx/>
              <a:uFillTx/>
              <a:latin typeface="Arial"/>
              <a:ea typeface="等线"/>
              <a:cs typeface="+mn-cs"/>
            </a:endParaRPr>
          </a:p>
        </p:txBody>
      </p:sp>
      <p:sp>
        <p:nvSpPr>
          <p:cNvPr id="6" name="灯片编号占位符 5"/>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BB30AEE-B2AD-48F0-B521-48022C37D5A9}" type="slidenum">
              <a:rPr kumimoji="0" lang="zh-CN" altLang="en-US" sz="1200" b="0" i="0" u="none" strike="noStrike" kern="1200" cap="none" spc="0" normalizeH="0" baseline="0" noProof="0" smtClean="0">
                <a:ln>
                  <a:noFill/>
                </a:ln>
                <a:solidFill>
                  <a:srgbClr val="000000">
                    <a:tint val="75000"/>
                  </a:srgbClr>
                </a:solidFill>
                <a:effectLst/>
                <a:uLnTx/>
                <a:uFillTx/>
                <a:latin typeface="Arial"/>
                <a:ea typeface="等线"/>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zh-CN" altLang="en-US" sz="1200" b="0" i="0" u="none" strike="noStrike" kern="1200" cap="none" spc="0" normalizeH="0" baseline="0" noProof="0">
              <a:ln>
                <a:noFill/>
              </a:ln>
              <a:solidFill>
                <a:srgbClr val="000000">
                  <a:tint val="75000"/>
                </a:srgbClr>
              </a:solidFill>
              <a:effectLst/>
              <a:uLnTx/>
              <a:uFillTx/>
              <a:latin typeface="Arial"/>
              <a:ea typeface="等线"/>
              <a:cs typeface="+mn-cs"/>
            </a:endParaRPr>
          </a:p>
        </p:txBody>
      </p:sp>
      <p:grpSp>
        <p:nvGrpSpPr>
          <p:cNvPr id="10" name="组合 9"/>
          <p:cNvGrpSpPr/>
          <p:nvPr userDrawn="1"/>
        </p:nvGrpSpPr>
        <p:grpSpPr>
          <a:xfrm>
            <a:off x="-4948" y="-7982"/>
            <a:ext cx="12196948" cy="863689"/>
            <a:chOff x="-4948" y="-7982"/>
            <a:chExt cx="12196948" cy="863689"/>
          </a:xfrm>
        </p:grpSpPr>
        <p:sp>
          <p:nvSpPr>
            <p:cNvPr id="8" name="矩形 7"/>
            <p:cNvSpPr/>
            <p:nvPr userDrawn="1"/>
          </p:nvSpPr>
          <p:spPr>
            <a:xfrm>
              <a:off x="-4948" y="-7982"/>
              <a:ext cx="12192000" cy="863689"/>
            </a:xfrm>
            <a:prstGeom prst="rect">
              <a:avLst/>
            </a:prstGeom>
            <a:solidFill>
              <a:srgbClr val="00582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srgbClr val="FFFFFF"/>
                </a:solidFill>
                <a:effectLst/>
                <a:uLnTx/>
                <a:uFillTx/>
                <a:latin typeface="Arial"/>
                <a:ea typeface="等线"/>
                <a:cs typeface="+mn-cs"/>
              </a:endParaRPr>
            </a:p>
          </p:txBody>
        </p:sp>
        <p:pic>
          <p:nvPicPr>
            <p:cNvPr id="9" name="图片 8"/>
            <p:cNvPicPr>
              <a:picLocks noChangeAspect="1"/>
            </p:cNvPicPr>
            <p:nvPr userDrawn="1"/>
          </p:nvPicPr>
          <p:blipFill>
            <a:blip r:embed="rId2"/>
            <a:stretch>
              <a:fillRect/>
            </a:stretch>
          </p:blipFill>
          <p:spPr>
            <a:xfrm>
              <a:off x="6805427" y="11938"/>
              <a:ext cx="5386573" cy="839876"/>
            </a:xfrm>
            <a:prstGeom prst="rect">
              <a:avLst/>
            </a:prstGeom>
          </p:spPr>
        </p:pic>
      </p:grpSp>
    </p:spTree>
    <p:extLst>
      <p:ext uri="{BB962C8B-B14F-4D97-AF65-F5344CB8AC3E}">
        <p14:creationId xmlns:p14="http://schemas.microsoft.com/office/powerpoint/2010/main" val="1778609129"/>
      </p:ext>
    </p:extLst>
  </p:cSld>
  <p:clrMapOvr>
    <a:masterClrMapping/>
  </p:clrMapOvr>
  <p:transition spd="slow"/>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0117694C-3D4D-4953-9445-362C8CEA3737}" type="datetime1">
              <a:rPr kumimoji="0" lang="zh-CN" altLang="en-US" sz="1200" b="0" i="0" u="none" strike="noStrike" kern="1200" cap="none" spc="0" normalizeH="0" baseline="0" noProof="0" smtClean="0">
                <a:ln>
                  <a:noFill/>
                </a:ln>
                <a:solidFill>
                  <a:srgbClr val="000000">
                    <a:tint val="75000"/>
                  </a:srgbClr>
                </a:solidFill>
                <a:effectLst/>
                <a:uLnTx/>
                <a:uFillTx/>
                <a:latin typeface="Arial"/>
                <a:ea typeface="等线"/>
                <a:cs typeface="+mn-cs"/>
              </a:rPr>
              <a:pPr marL="0" marR="0" lvl="0" indent="0" algn="l" defTabSz="914400" rtl="0" eaLnBrk="1" fontAlgn="auto" latinLnBrk="0" hangingPunct="1">
                <a:lnSpc>
                  <a:spcPct val="100000"/>
                </a:lnSpc>
                <a:spcBef>
                  <a:spcPts val="0"/>
                </a:spcBef>
                <a:spcAft>
                  <a:spcPts val="0"/>
                </a:spcAft>
                <a:buClrTx/>
                <a:buSzTx/>
                <a:buFontTx/>
                <a:buNone/>
                <a:tabLst/>
                <a:defRPr/>
              </a:pPr>
              <a:t>2025/9/23</a:t>
            </a:fld>
            <a:endParaRPr kumimoji="0" lang="zh-CN" altLang="en-US" sz="1200" b="0" i="0" u="none" strike="noStrike" kern="1200" cap="none" spc="0" normalizeH="0" baseline="0" noProof="0">
              <a:ln>
                <a:noFill/>
              </a:ln>
              <a:solidFill>
                <a:srgbClr val="000000">
                  <a:tint val="75000"/>
                </a:srgbClr>
              </a:solidFill>
              <a:effectLst/>
              <a:uLnTx/>
              <a:uFillTx/>
              <a:latin typeface="Arial"/>
              <a:ea typeface="等线"/>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200" b="0" i="0" u="none" strike="noStrike" kern="1200" cap="none" spc="0" normalizeH="0" baseline="0" noProof="0">
                <a:ln>
                  <a:noFill/>
                </a:ln>
                <a:solidFill>
                  <a:srgbClr val="000000">
                    <a:tint val="75000"/>
                  </a:srgbClr>
                </a:solidFill>
                <a:effectLst/>
                <a:uLnTx/>
                <a:uFillTx/>
                <a:latin typeface="Arial"/>
                <a:ea typeface="等线"/>
                <a:cs typeface="+mn-cs"/>
              </a:rPr>
              <a:t>1</a:t>
            </a:r>
            <a:endParaRPr kumimoji="0" lang="zh-CN" altLang="en-US" sz="1200" b="0" i="0" u="none" strike="noStrike" kern="1200" cap="none" spc="0" normalizeH="0" baseline="0" noProof="0">
              <a:ln>
                <a:noFill/>
              </a:ln>
              <a:solidFill>
                <a:srgbClr val="000000">
                  <a:tint val="75000"/>
                </a:srgbClr>
              </a:solidFill>
              <a:effectLst/>
              <a:uLnTx/>
              <a:uFillTx/>
              <a:latin typeface="Arial"/>
              <a:ea typeface="等线"/>
              <a:cs typeface="+mn-cs"/>
            </a:endParaRPr>
          </a:p>
        </p:txBody>
      </p:sp>
      <p:sp>
        <p:nvSpPr>
          <p:cNvPr id="6" name="灯片编号占位符 5"/>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BB30AEE-B2AD-48F0-B521-48022C37D5A9}" type="slidenum">
              <a:rPr kumimoji="0" lang="zh-CN" altLang="en-US" sz="1200" b="0" i="0" u="none" strike="noStrike" kern="1200" cap="none" spc="0" normalizeH="0" baseline="0" noProof="0" smtClean="0">
                <a:ln>
                  <a:noFill/>
                </a:ln>
                <a:solidFill>
                  <a:srgbClr val="000000">
                    <a:tint val="75000"/>
                  </a:srgbClr>
                </a:solidFill>
                <a:effectLst/>
                <a:uLnTx/>
                <a:uFillTx/>
                <a:latin typeface="Arial"/>
                <a:ea typeface="等线"/>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zh-CN" altLang="en-US" sz="1200" b="0" i="0" u="none" strike="noStrike" kern="1200" cap="none" spc="0" normalizeH="0" baseline="0" noProof="0">
              <a:ln>
                <a:noFill/>
              </a:ln>
              <a:solidFill>
                <a:srgbClr val="000000">
                  <a:tint val="75000"/>
                </a:srgbClr>
              </a:solidFill>
              <a:effectLst/>
              <a:uLnTx/>
              <a:uFillTx/>
              <a:latin typeface="Arial"/>
              <a:ea typeface="等线"/>
              <a:cs typeface="+mn-cs"/>
            </a:endParaRPr>
          </a:p>
        </p:txBody>
      </p:sp>
      <p:sp>
        <p:nvSpPr>
          <p:cNvPr id="8" name="矩形 7"/>
          <p:cNvSpPr/>
          <p:nvPr userDrawn="1"/>
        </p:nvSpPr>
        <p:spPr>
          <a:xfrm>
            <a:off x="-4948" y="-7982"/>
            <a:ext cx="12192000" cy="863689"/>
          </a:xfrm>
          <a:prstGeom prst="rect">
            <a:avLst/>
          </a:prstGeom>
          <a:solidFill>
            <a:srgbClr val="00582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srgbClr val="FFFFFF"/>
              </a:solidFill>
              <a:effectLst/>
              <a:uLnTx/>
              <a:uFillTx/>
              <a:latin typeface="Arial"/>
              <a:ea typeface="等线"/>
              <a:cs typeface="+mn-cs"/>
            </a:endParaRPr>
          </a:p>
        </p:txBody>
      </p:sp>
    </p:spTree>
    <p:extLst>
      <p:ext uri="{BB962C8B-B14F-4D97-AF65-F5344CB8AC3E}">
        <p14:creationId xmlns:p14="http://schemas.microsoft.com/office/powerpoint/2010/main" val="106227018"/>
      </p:ext>
    </p:extLst>
  </p:cSld>
  <p:clrMapOvr>
    <a:masterClrMapping/>
  </p:clrMapOvr>
  <p:transition spd="slow"/>
</p:sldLayout>
</file>

<file path=ppt/slideLayouts/slideLayout15.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4079D961-437F-401F-B16E-BDE8894DB2E4}" type="datetime1">
              <a:rPr kumimoji="0" lang="zh-CN" altLang="en-US" sz="1200" b="0" i="0" u="none" strike="noStrike" kern="1200" cap="none" spc="0" normalizeH="0" baseline="0" noProof="0" smtClean="0">
                <a:ln>
                  <a:noFill/>
                </a:ln>
                <a:solidFill>
                  <a:srgbClr val="000000">
                    <a:tint val="75000"/>
                  </a:srgbClr>
                </a:solidFill>
                <a:effectLst/>
                <a:uLnTx/>
                <a:uFillTx/>
                <a:latin typeface="Arial"/>
                <a:ea typeface="等线"/>
                <a:cs typeface="+mn-cs"/>
              </a:rPr>
              <a:pPr marL="0" marR="0" lvl="0" indent="0" algn="l" defTabSz="914400" rtl="0" eaLnBrk="1" fontAlgn="auto" latinLnBrk="0" hangingPunct="1">
                <a:lnSpc>
                  <a:spcPct val="100000"/>
                </a:lnSpc>
                <a:spcBef>
                  <a:spcPts val="0"/>
                </a:spcBef>
                <a:spcAft>
                  <a:spcPts val="0"/>
                </a:spcAft>
                <a:buClrTx/>
                <a:buSzTx/>
                <a:buFontTx/>
                <a:buNone/>
                <a:tabLst/>
                <a:defRPr/>
              </a:pPr>
              <a:t>2025/9/23</a:t>
            </a:fld>
            <a:endParaRPr kumimoji="0" lang="zh-CN" altLang="en-US" sz="1200" b="0" i="0" u="none" strike="noStrike" kern="1200" cap="none" spc="0" normalizeH="0" baseline="0" noProof="0">
              <a:ln>
                <a:noFill/>
              </a:ln>
              <a:solidFill>
                <a:srgbClr val="000000">
                  <a:tint val="75000"/>
                </a:srgbClr>
              </a:solidFill>
              <a:effectLst/>
              <a:uLnTx/>
              <a:uFillTx/>
              <a:latin typeface="Arial"/>
              <a:ea typeface="等线"/>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200" b="0" i="0" u="none" strike="noStrike" kern="1200" cap="none" spc="0" normalizeH="0" baseline="0" noProof="0">
                <a:ln>
                  <a:noFill/>
                </a:ln>
                <a:solidFill>
                  <a:srgbClr val="000000">
                    <a:tint val="75000"/>
                  </a:srgbClr>
                </a:solidFill>
                <a:effectLst/>
                <a:uLnTx/>
                <a:uFillTx/>
                <a:latin typeface="Arial"/>
                <a:ea typeface="等线"/>
                <a:cs typeface="+mn-cs"/>
              </a:rPr>
              <a:t>1</a:t>
            </a:r>
            <a:endParaRPr kumimoji="0" lang="zh-CN" altLang="en-US" sz="1200" b="0" i="0" u="none" strike="noStrike" kern="1200" cap="none" spc="0" normalizeH="0" baseline="0" noProof="0">
              <a:ln>
                <a:noFill/>
              </a:ln>
              <a:solidFill>
                <a:srgbClr val="000000">
                  <a:tint val="75000"/>
                </a:srgbClr>
              </a:solidFill>
              <a:effectLst/>
              <a:uLnTx/>
              <a:uFillTx/>
              <a:latin typeface="Arial"/>
              <a:ea typeface="等线"/>
              <a:cs typeface="+mn-cs"/>
            </a:endParaRPr>
          </a:p>
        </p:txBody>
      </p:sp>
      <p:sp>
        <p:nvSpPr>
          <p:cNvPr id="6" name="灯片编号占位符 5"/>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BB30AEE-B2AD-48F0-B521-48022C37D5A9}" type="slidenum">
              <a:rPr kumimoji="0" lang="zh-CN" altLang="en-US" sz="1200" b="0" i="0" u="none" strike="noStrike" kern="1200" cap="none" spc="0" normalizeH="0" baseline="0" noProof="0" smtClean="0">
                <a:ln>
                  <a:noFill/>
                </a:ln>
                <a:solidFill>
                  <a:srgbClr val="000000">
                    <a:tint val="75000"/>
                  </a:srgbClr>
                </a:solidFill>
                <a:effectLst/>
                <a:uLnTx/>
                <a:uFillTx/>
                <a:latin typeface="Arial"/>
                <a:ea typeface="等线"/>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zh-CN" altLang="en-US" sz="1200" b="0" i="0" u="none" strike="noStrike" kern="1200" cap="none" spc="0" normalizeH="0" baseline="0" noProof="0">
              <a:ln>
                <a:noFill/>
              </a:ln>
              <a:solidFill>
                <a:srgbClr val="000000">
                  <a:tint val="75000"/>
                </a:srgbClr>
              </a:solidFill>
              <a:effectLst/>
              <a:uLnTx/>
              <a:uFillTx/>
              <a:latin typeface="Arial"/>
              <a:ea typeface="等线"/>
              <a:cs typeface="+mn-cs"/>
            </a:endParaRPr>
          </a:p>
        </p:txBody>
      </p:sp>
      <p:grpSp>
        <p:nvGrpSpPr>
          <p:cNvPr id="7" name="组合 6"/>
          <p:cNvGrpSpPr/>
          <p:nvPr userDrawn="1"/>
        </p:nvGrpSpPr>
        <p:grpSpPr>
          <a:xfrm>
            <a:off x="-4948" y="-7982"/>
            <a:ext cx="12196948" cy="863689"/>
            <a:chOff x="-4948" y="-7982"/>
            <a:chExt cx="12196948" cy="863689"/>
          </a:xfrm>
        </p:grpSpPr>
        <p:sp>
          <p:nvSpPr>
            <p:cNvPr id="8" name="矩形 7"/>
            <p:cNvSpPr/>
            <p:nvPr userDrawn="1"/>
          </p:nvSpPr>
          <p:spPr>
            <a:xfrm>
              <a:off x="-4948" y="-7982"/>
              <a:ext cx="12192000" cy="863689"/>
            </a:xfrm>
            <a:prstGeom prst="rect">
              <a:avLst/>
            </a:prstGeom>
            <a:solidFill>
              <a:srgbClr val="00582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srgbClr val="FFFFFF"/>
                </a:solidFill>
                <a:effectLst/>
                <a:uLnTx/>
                <a:uFillTx/>
                <a:latin typeface="Arial"/>
                <a:ea typeface="等线"/>
                <a:cs typeface="+mn-cs"/>
              </a:endParaRPr>
            </a:p>
          </p:txBody>
        </p:sp>
        <p:pic>
          <p:nvPicPr>
            <p:cNvPr id="9" name="图片 8"/>
            <p:cNvPicPr>
              <a:picLocks noChangeAspect="1"/>
            </p:cNvPicPr>
            <p:nvPr userDrawn="1"/>
          </p:nvPicPr>
          <p:blipFill>
            <a:blip r:embed="rId2"/>
            <a:stretch>
              <a:fillRect/>
            </a:stretch>
          </p:blipFill>
          <p:spPr>
            <a:xfrm>
              <a:off x="6805427" y="11938"/>
              <a:ext cx="5386573" cy="839876"/>
            </a:xfrm>
            <a:prstGeom prst="rect">
              <a:avLst/>
            </a:prstGeom>
          </p:spPr>
        </p:pic>
      </p:grpSp>
    </p:spTree>
    <p:extLst>
      <p:ext uri="{BB962C8B-B14F-4D97-AF65-F5344CB8AC3E}">
        <p14:creationId xmlns:p14="http://schemas.microsoft.com/office/powerpoint/2010/main" val="140626351"/>
      </p:ext>
    </p:extLst>
  </p:cSld>
  <p:clrMapOvr>
    <a:masterClrMapping/>
  </p:clrMapOvr>
  <p:transition spd="slow"/>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D0C75184-7F82-46C7-8239-96CEF9BBA8E3}" type="datetime1">
              <a:rPr kumimoji="0" lang="zh-CN" altLang="en-US" sz="1200" b="0" i="0" u="none" strike="noStrike" kern="1200" cap="none" spc="0" normalizeH="0" baseline="0" noProof="0" smtClean="0">
                <a:ln>
                  <a:noFill/>
                </a:ln>
                <a:solidFill>
                  <a:srgbClr val="000000">
                    <a:tint val="75000"/>
                  </a:srgbClr>
                </a:solidFill>
                <a:effectLst/>
                <a:uLnTx/>
                <a:uFillTx/>
                <a:latin typeface="Arial"/>
                <a:ea typeface="等线"/>
                <a:cs typeface="+mn-cs"/>
              </a:rPr>
              <a:pPr marL="0" marR="0" lvl="0" indent="0" algn="l" defTabSz="914400" rtl="0" eaLnBrk="1" fontAlgn="auto" latinLnBrk="0" hangingPunct="1">
                <a:lnSpc>
                  <a:spcPct val="100000"/>
                </a:lnSpc>
                <a:spcBef>
                  <a:spcPts val="0"/>
                </a:spcBef>
                <a:spcAft>
                  <a:spcPts val="0"/>
                </a:spcAft>
                <a:buClrTx/>
                <a:buSzTx/>
                <a:buFontTx/>
                <a:buNone/>
                <a:tabLst/>
                <a:defRPr/>
              </a:pPr>
              <a:t>2025/9/23</a:t>
            </a:fld>
            <a:endParaRPr kumimoji="0" lang="zh-CN" altLang="en-US" sz="1200" b="0" i="0" u="none" strike="noStrike" kern="1200" cap="none" spc="0" normalizeH="0" baseline="0" noProof="0">
              <a:ln>
                <a:noFill/>
              </a:ln>
              <a:solidFill>
                <a:srgbClr val="000000">
                  <a:tint val="75000"/>
                </a:srgbClr>
              </a:solidFill>
              <a:effectLst/>
              <a:uLnTx/>
              <a:uFillTx/>
              <a:latin typeface="Arial"/>
              <a:ea typeface="等线"/>
              <a:cs typeface="+mn-cs"/>
            </a:endParaRPr>
          </a:p>
        </p:txBody>
      </p:sp>
      <p:sp>
        <p:nvSpPr>
          <p:cNvPr id="6" name="页脚占位符 5"/>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200" b="0" i="0" u="none" strike="noStrike" kern="1200" cap="none" spc="0" normalizeH="0" baseline="0" noProof="0">
                <a:ln>
                  <a:noFill/>
                </a:ln>
                <a:solidFill>
                  <a:srgbClr val="000000">
                    <a:tint val="75000"/>
                  </a:srgbClr>
                </a:solidFill>
                <a:effectLst/>
                <a:uLnTx/>
                <a:uFillTx/>
                <a:latin typeface="Arial"/>
                <a:ea typeface="等线"/>
                <a:cs typeface="+mn-cs"/>
              </a:rPr>
              <a:t>1</a:t>
            </a:r>
            <a:endParaRPr kumimoji="0" lang="zh-CN" altLang="en-US" sz="1200" b="0" i="0" u="none" strike="noStrike" kern="1200" cap="none" spc="0" normalizeH="0" baseline="0" noProof="0">
              <a:ln>
                <a:noFill/>
              </a:ln>
              <a:solidFill>
                <a:srgbClr val="000000">
                  <a:tint val="75000"/>
                </a:srgbClr>
              </a:solidFill>
              <a:effectLst/>
              <a:uLnTx/>
              <a:uFillTx/>
              <a:latin typeface="Arial"/>
              <a:ea typeface="等线"/>
              <a:cs typeface="+mn-cs"/>
            </a:endParaRPr>
          </a:p>
        </p:txBody>
      </p:sp>
      <p:sp>
        <p:nvSpPr>
          <p:cNvPr id="7" name="灯片编号占位符 6"/>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BB30AEE-B2AD-48F0-B521-48022C37D5A9}" type="slidenum">
              <a:rPr kumimoji="0" lang="zh-CN" altLang="en-US" sz="1200" b="0" i="0" u="none" strike="noStrike" kern="1200" cap="none" spc="0" normalizeH="0" baseline="0" noProof="0" smtClean="0">
                <a:ln>
                  <a:noFill/>
                </a:ln>
                <a:solidFill>
                  <a:srgbClr val="000000">
                    <a:tint val="75000"/>
                  </a:srgbClr>
                </a:solidFill>
                <a:effectLst/>
                <a:uLnTx/>
                <a:uFillTx/>
                <a:latin typeface="Arial"/>
                <a:ea typeface="等线"/>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zh-CN" altLang="en-US" sz="1200" b="0" i="0" u="none" strike="noStrike" kern="1200" cap="none" spc="0" normalizeH="0" baseline="0" noProof="0">
              <a:ln>
                <a:noFill/>
              </a:ln>
              <a:solidFill>
                <a:srgbClr val="000000">
                  <a:tint val="75000"/>
                </a:srgbClr>
              </a:solidFill>
              <a:effectLst/>
              <a:uLnTx/>
              <a:uFillTx/>
              <a:latin typeface="Arial"/>
              <a:ea typeface="等线"/>
              <a:cs typeface="+mn-cs"/>
            </a:endParaRPr>
          </a:p>
        </p:txBody>
      </p:sp>
      <p:grpSp>
        <p:nvGrpSpPr>
          <p:cNvPr id="8" name="组合 7"/>
          <p:cNvGrpSpPr/>
          <p:nvPr userDrawn="1"/>
        </p:nvGrpSpPr>
        <p:grpSpPr>
          <a:xfrm>
            <a:off x="-4948" y="-7982"/>
            <a:ext cx="12196948" cy="863689"/>
            <a:chOff x="-4948" y="-7982"/>
            <a:chExt cx="12196948" cy="863689"/>
          </a:xfrm>
        </p:grpSpPr>
        <p:sp>
          <p:nvSpPr>
            <p:cNvPr id="9" name="矩形 8"/>
            <p:cNvSpPr/>
            <p:nvPr userDrawn="1"/>
          </p:nvSpPr>
          <p:spPr>
            <a:xfrm>
              <a:off x="-4948" y="-7982"/>
              <a:ext cx="12192000" cy="863689"/>
            </a:xfrm>
            <a:prstGeom prst="rect">
              <a:avLst/>
            </a:prstGeom>
            <a:solidFill>
              <a:srgbClr val="00582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srgbClr val="FFFFFF"/>
                </a:solidFill>
                <a:effectLst/>
                <a:uLnTx/>
                <a:uFillTx/>
                <a:latin typeface="Arial"/>
                <a:ea typeface="等线"/>
                <a:cs typeface="+mn-cs"/>
              </a:endParaRPr>
            </a:p>
          </p:txBody>
        </p:sp>
        <p:pic>
          <p:nvPicPr>
            <p:cNvPr id="10" name="图片 9"/>
            <p:cNvPicPr>
              <a:picLocks noChangeAspect="1"/>
            </p:cNvPicPr>
            <p:nvPr userDrawn="1"/>
          </p:nvPicPr>
          <p:blipFill>
            <a:blip r:embed="rId2"/>
            <a:stretch>
              <a:fillRect/>
            </a:stretch>
          </p:blipFill>
          <p:spPr>
            <a:xfrm>
              <a:off x="6805427" y="11938"/>
              <a:ext cx="5386573" cy="839876"/>
            </a:xfrm>
            <a:prstGeom prst="rect">
              <a:avLst/>
            </a:prstGeom>
          </p:spPr>
        </p:pic>
      </p:grpSp>
    </p:spTree>
    <p:extLst>
      <p:ext uri="{BB962C8B-B14F-4D97-AF65-F5344CB8AC3E}">
        <p14:creationId xmlns:p14="http://schemas.microsoft.com/office/powerpoint/2010/main" val="743292847"/>
      </p:ext>
    </p:extLst>
  </p:cSld>
  <p:clrMapOvr>
    <a:masterClrMapping/>
  </p:clrMapOvr>
  <p:transition spd="slow"/>
</p:sldLayout>
</file>

<file path=ppt/slideLayouts/slideLayout17.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BF09D0AF-35F2-48A3-A662-D2FC8BD1C4FD}" type="datetime1">
              <a:rPr kumimoji="0" lang="zh-CN" altLang="en-US" sz="1200" b="0" i="0" u="none" strike="noStrike" kern="1200" cap="none" spc="0" normalizeH="0" baseline="0" noProof="0" smtClean="0">
                <a:ln>
                  <a:noFill/>
                </a:ln>
                <a:solidFill>
                  <a:srgbClr val="000000">
                    <a:tint val="75000"/>
                  </a:srgbClr>
                </a:solidFill>
                <a:effectLst/>
                <a:uLnTx/>
                <a:uFillTx/>
                <a:latin typeface="Arial"/>
                <a:ea typeface="等线"/>
                <a:cs typeface="+mn-cs"/>
              </a:rPr>
              <a:pPr marL="0" marR="0" lvl="0" indent="0" algn="l" defTabSz="914400" rtl="0" eaLnBrk="1" fontAlgn="auto" latinLnBrk="0" hangingPunct="1">
                <a:lnSpc>
                  <a:spcPct val="100000"/>
                </a:lnSpc>
                <a:spcBef>
                  <a:spcPts val="0"/>
                </a:spcBef>
                <a:spcAft>
                  <a:spcPts val="0"/>
                </a:spcAft>
                <a:buClrTx/>
                <a:buSzTx/>
                <a:buFontTx/>
                <a:buNone/>
                <a:tabLst/>
                <a:defRPr/>
              </a:pPr>
              <a:t>2025/9/23</a:t>
            </a:fld>
            <a:endParaRPr kumimoji="0" lang="zh-CN" altLang="en-US" sz="1200" b="0" i="0" u="none" strike="noStrike" kern="1200" cap="none" spc="0" normalizeH="0" baseline="0" noProof="0">
              <a:ln>
                <a:noFill/>
              </a:ln>
              <a:solidFill>
                <a:srgbClr val="000000">
                  <a:tint val="75000"/>
                </a:srgbClr>
              </a:solidFill>
              <a:effectLst/>
              <a:uLnTx/>
              <a:uFillTx/>
              <a:latin typeface="Arial"/>
              <a:ea typeface="等线"/>
              <a:cs typeface="+mn-cs"/>
            </a:endParaRPr>
          </a:p>
        </p:txBody>
      </p:sp>
      <p:sp>
        <p:nvSpPr>
          <p:cNvPr id="8" name="页脚占位符 7"/>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200" b="0" i="0" u="none" strike="noStrike" kern="1200" cap="none" spc="0" normalizeH="0" baseline="0" noProof="0">
                <a:ln>
                  <a:noFill/>
                </a:ln>
                <a:solidFill>
                  <a:srgbClr val="000000">
                    <a:tint val="75000"/>
                  </a:srgbClr>
                </a:solidFill>
                <a:effectLst/>
                <a:uLnTx/>
                <a:uFillTx/>
                <a:latin typeface="Arial"/>
                <a:ea typeface="等线"/>
                <a:cs typeface="+mn-cs"/>
              </a:rPr>
              <a:t>1</a:t>
            </a:r>
            <a:endParaRPr kumimoji="0" lang="zh-CN" altLang="en-US" sz="1200" b="0" i="0" u="none" strike="noStrike" kern="1200" cap="none" spc="0" normalizeH="0" baseline="0" noProof="0">
              <a:ln>
                <a:noFill/>
              </a:ln>
              <a:solidFill>
                <a:srgbClr val="000000">
                  <a:tint val="75000"/>
                </a:srgbClr>
              </a:solidFill>
              <a:effectLst/>
              <a:uLnTx/>
              <a:uFillTx/>
              <a:latin typeface="Arial"/>
              <a:ea typeface="等线"/>
              <a:cs typeface="+mn-cs"/>
            </a:endParaRPr>
          </a:p>
        </p:txBody>
      </p:sp>
      <p:sp>
        <p:nvSpPr>
          <p:cNvPr id="9" name="灯片编号占位符 8"/>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BB30AEE-B2AD-48F0-B521-48022C37D5A9}" type="slidenum">
              <a:rPr kumimoji="0" lang="zh-CN" altLang="en-US" sz="1200" b="0" i="0" u="none" strike="noStrike" kern="1200" cap="none" spc="0" normalizeH="0" baseline="0" noProof="0" smtClean="0">
                <a:ln>
                  <a:noFill/>
                </a:ln>
                <a:solidFill>
                  <a:srgbClr val="000000">
                    <a:tint val="75000"/>
                  </a:srgbClr>
                </a:solidFill>
                <a:effectLst/>
                <a:uLnTx/>
                <a:uFillTx/>
                <a:latin typeface="Arial"/>
                <a:ea typeface="等线"/>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zh-CN" altLang="en-US" sz="1200" b="0" i="0" u="none" strike="noStrike" kern="1200" cap="none" spc="0" normalizeH="0" baseline="0" noProof="0">
              <a:ln>
                <a:noFill/>
              </a:ln>
              <a:solidFill>
                <a:srgbClr val="000000">
                  <a:tint val="75000"/>
                </a:srgbClr>
              </a:solidFill>
              <a:effectLst/>
              <a:uLnTx/>
              <a:uFillTx/>
              <a:latin typeface="Arial"/>
              <a:ea typeface="等线"/>
              <a:cs typeface="+mn-cs"/>
            </a:endParaRPr>
          </a:p>
        </p:txBody>
      </p:sp>
      <p:grpSp>
        <p:nvGrpSpPr>
          <p:cNvPr id="10" name="组合 9"/>
          <p:cNvGrpSpPr/>
          <p:nvPr userDrawn="1"/>
        </p:nvGrpSpPr>
        <p:grpSpPr>
          <a:xfrm>
            <a:off x="-4948" y="-7982"/>
            <a:ext cx="12196948" cy="863689"/>
            <a:chOff x="-4948" y="-7982"/>
            <a:chExt cx="12196948" cy="863689"/>
          </a:xfrm>
        </p:grpSpPr>
        <p:sp>
          <p:nvSpPr>
            <p:cNvPr id="11" name="矩形 10"/>
            <p:cNvSpPr/>
            <p:nvPr userDrawn="1"/>
          </p:nvSpPr>
          <p:spPr>
            <a:xfrm>
              <a:off x="-4948" y="-7982"/>
              <a:ext cx="12192000" cy="863689"/>
            </a:xfrm>
            <a:prstGeom prst="rect">
              <a:avLst/>
            </a:prstGeom>
            <a:solidFill>
              <a:srgbClr val="00582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srgbClr val="FFFFFF"/>
                </a:solidFill>
                <a:effectLst/>
                <a:uLnTx/>
                <a:uFillTx/>
                <a:latin typeface="Arial"/>
                <a:ea typeface="等线"/>
                <a:cs typeface="+mn-cs"/>
              </a:endParaRPr>
            </a:p>
          </p:txBody>
        </p:sp>
        <p:pic>
          <p:nvPicPr>
            <p:cNvPr id="12" name="图片 11"/>
            <p:cNvPicPr>
              <a:picLocks noChangeAspect="1"/>
            </p:cNvPicPr>
            <p:nvPr userDrawn="1"/>
          </p:nvPicPr>
          <p:blipFill>
            <a:blip r:embed="rId2"/>
            <a:stretch>
              <a:fillRect/>
            </a:stretch>
          </p:blipFill>
          <p:spPr>
            <a:xfrm>
              <a:off x="6805427" y="11938"/>
              <a:ext cx="5386573" cy="839876"/>
            </a:xfrm>
            <a:prstGeom prst="rect">
              <a:avLst/>
            </a:prstGeom>
          </p:spPr>
        </p:pic>
      </p:grpSp>
    </p:spTree>
    <p:extLst>
      <p:ext uri="{BB962C8B-B14F-4D97-AF65-F5344CB8AC3E}">
        <p14:creationId xmlns:p14="http://schemas.microsoft.com/office/powerpoint/2010/main" val="2617543921"/>
      </p:ext>
    </p:extLst>
  </p:cSld>
  <p:clrMapOvr>
    <a:masterClrMapping/>
  </p:clrMapOvr>
  <p:transition spd="slow"/>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41D7F696-4055-43A7-BE65-94FC5C353726}" type="datetime1">
              <a:rPr kumimoji="0" lang="zh-CN" altLang="en-US" sz="1200" b="0" i="0" u="none" strike="noStrike" kern="1200" cap="none" spc="0" normalizeH="0" baseline="0" noProof="0" smtClean="0">
                <a:ln>
                  <a:noFill/>
                </a:ln>
                <a:solidFill>
                  <a:srgbClr val="000000">
                    <a:tint val="75000"/>
                  </a:srgbClr>
                </a:solidFill>
                <a:effectLst/>
                <a:uLnTx/>
                <a:uFillTx/>
                <a:latin typeface="Arial"/>
                <a:ea typeface="等线"/>
                <a:cs typeface="+mn-cs"/>
              </a:rPr>
              <a:pPr marL="0" marR="0" lvl="0" indent="0" algn="l" defTabSz="914400" rtl="0" eaLnBrk="1" fontAlgn="auto" latinLnBrk="0" hangingPunct="1">
                <a:lnSpc>
                  <a:spcPct val="100000"/>
                </a:lnSpc>
                <a:spcBef>
                  <a:spcPts val="0"/>
                </a:spcBef>
                <a:spcAft>
                  <a:spcPts val="0"/>
                </a:spcAft>
                <a:buClrTx/>
                <a:buSzTx/>
                <a:buFontTx/>
                <a:buNone/>
                <a:tabLst/>
                <a:defRPr/>
              </a:pPr>
              <a:t>2025/9/23</a:t>
            </a:fld>
            <a:endParaRPr kumimoji="0" lang="zh-CN" altLang="en-US" sz="1200" b="0" i="0" u="none" strike="noStrike" kern="1200" cap="none" spc="0" normalizeH="0" baseline="0" noProof="0">
              <a:ln>
                <a:noFill/>
              </a:ln>
              <a:solidFill>
                <a:srgbClr val="000000">
                  <a:tint val="75000"/>
                </a:srgbClr>
              </a:solidFill>
              <a:effectLst/>
              <a:uLnTx/>
              <a:uFillTx/>
              <a:latin typeface="Arial"/>
              <a:ea typeface="等线"/>
              <a:cs typeface="+mn-cs"/>
            </a:endParaRPr>
          </a:p>
        </p:txBody>
      </p:sp>
      <p:sp>
        <p:nvSpPr>
          <p:cNvPr id="4" name="页脚占位符 3"/>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200" b="0" i="0" u="none" strike="noStrike" kern="1200" cap="none" spc="0" normalizeH="0" baseline="0" noProof="0">
                <a:ln>
                  <a:noFill/>
                </a:ln>
                <a:solidFill>
                  <a:srgbClr val="000000">
                    <a:tint val="75000"/>
                  </a:srgbClr>
                </a:solidFill>
                <a:effectLst/>
                <a:uLnTx/>
                <a:uFillTx/>
                <a:latin typeface="Arial"/>
                <a:ea typeface="等线"/>
                <a:cs typeface="+mn-cs"/>
              </a:rPr>
              <a:t>1</a:t>
            </a:r>
            <a:endParaRPr kumimoji="0" lang="zh-CN" altLang="en-US" sz="1200" b="0" i="0" u="none" strike="noStrike" kern="1200" cap="none" spc="0" normalizeH="0" baseline="0" noProof="0">
              <a:ln>
                <a:noFill/>
              </a:ln>
              <a:solidFill>
                <a:srgbClr val="000000">
                  <a:tint val="75000"/>
                </a:srgbClr>
              </a:solidFill>
              <a:effectLst/>
              <a:uLnTx/>
              <a:uFillTx/>
              <a:latin typeface="Arial"/>
              <a:ea typeface="等线"/>
              <a:cs typeface="+mn-cs"/>
            </a:endParaRPr>
          </a:p>
        </p:txBody>
      </p:sp>
      <p:sp>
        <p:nvSpPr>
          <p:cNvPr id="5" name="灯片编号占位符 4"/>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BB30AEE-B2AD-48F0-B521-48022C37D5A9}" type="slidenum">
              <a:rPr kumimoji="0" lang="zh-CN" altLang="en-US" sz="1200" b="0" i="0" u="none" strike="noStrike" kern="1200" cap="none" spc="0" normalizeH="0" baseline="0" noProof="0" smtClean="0">
                <a:ln>
                  <a:noFill/>
                </a:ln>
                <a:solidFill>
                  <a:srgbClr val="000000">
                    <a:tint val="75000"/>
                  </a:srgbClr>
                </a:solidFill>
                <a:effectLst/>
                <a:uLnTx/>
                <a:uFillTx/>
                <a:latin typeface="Arial"/>
                <a:ea typeface="等线"/>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zh-CN" altLang="en-US" sz="1200" b="0" i="0" u="none" strike="noStrike" kern="1200" cap="none" spc="0" normalizeH="0" baseline="0" noProof="0">
              <a:ln>
                <a:noFill/>
              </a:ln>
              <a:solidFill>
                <a:srgbClr val="000000">
                  <a:tint val="75000"/>
                </a:srgbClr>
              </a:solidFill>
              <a:effectLst/>
              <a:uLnTx/>
              <a:uFillTx/>
              <a:latin typeface="Arial"/>
              <a:ea typeface="等线"/>
              <a:cs typeface="+mn-cs"/>
            </a:endParaRPr>
          </a:p>
        </p:txBody>
      </p:sp>
      <p:grpSp>
        <p:nvGrpSpPr>
          <p:cNvPr id="6" name="组合 5"/>
          <p:cNvGrpSpPr/>
          <p:nvPr userDrawn="1"/>
        </p:nvGrpSpPr>
        <p:grpSpPr>
          <a:xfrm>
            <a:off x="-4948" y="-7982"/>
            <a:ext cx="12196948" cy="863689"/>
            <a:chOff x="-4948" y="-7982"/>
            <a:chExt cx="12196948" cy="863689"/>
          </a:xfrm>
        </p:grpSpPr>
        <p:sp>
          <p:nvSpPr>
            <p:cNvPr id="7" name="矩形 6"/>
            <p:cNvSpPr/>
            <p:nvPr userDrawn="1"/>
          </p:nvSpPr>
          <p:spPr>
            <a:xfrm>
              <a:off x="-4948" y="-7982"/>
              <a:ext cx="12192000" cy="863689"/>
            </a:xfrm>
            <a:prstGeom prst="rect">
              <a:avLst/>
            </a:prstGeom>
            <a:solidFill>
              <a:srgbClr val="00582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srgbClr val="FFFFFF"/>
                </a:solidFill>
                <a:effectLst/>
                <a:uLnTx/>
                <a:uFillTx/>
                <a:latin typeface="Arial"/>
                <a:ea typeface="等线"/>
                <a:cs typeface="+mn-cs"/>
              </a:endParaRPr>
            </a:p>
          </p:txBody>
        </p:sp>
        <p:pic>
          <p:nvPicPr>
            <p:cNvPr id="8" name="图片 7"/>
            <p:cNvPicPr>
              <a:picLocks noChangeAspect="1"/>
            </p:cNvPicPr>
            <p:nvPr userDrawn="1"/>
          </p:nvPicPr>
          <p:blipFill>
            <a:blip r:embed="rId2"/>
            <a:stretch>
              <a:fillRect/>
            </a:stretch>
          </p:blipFill>
          <p:spPr>
            <a:xfrm>
              <a:off x="6805427" y="11938"/>
              <a:ext cx="5386573" cy="839876"/>
            </a:xfrm>
            <a:prstGeom prst="rect">
              <a:avLst/>
            </a:prstGeom>
          </p:spPr>
        </p:pic>
      </p:grpSp>
    </p:spTree>
    <p:extLst>
      <p:ext uri="{BB962C8B-B14F-4D97-AF65-F5344CB8AC3E}">
        <p14:creationId xmlns:p14="http://schemas.microsoft.com/office/powerpoint/2010/main" val="3268418456"/>
      </p:ext>
    </p:extLst>
  </p:cSld>
  <p:clrMapOvr>
    <a:masterClrMapping/>
  </p:clrMapOvr>
  <p:transition spd="slow"/>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7EA19FCB-2E0D-4422-B8FA-F92E299B6863}" type="datetime1">
              <a:rPr kumimoji="0" lang="zh-CN" altLang="en-US" sz="1200" b="0" i="0" u="none" strike="noStrike" kern="1200" cap="none" spc="0" normalizeH="0" baseline="0" noProof="0" smtClean="0">
                <a:ln>
                  <a:noFill/>
                </a:ln>
                <a:solidFill>
                  <a:srgbClr val="000000">
                    <a:tint val="75000"/>
                  </a:srgbClr>
                </a:solidFill>
                <a:effectLst/>
                <a:uLnTx/>
                <a:uFillTx/>
                <a:latin typeface="Arial"/>
                <a:ea typeface="等线"/>
                <a:cs typeface="+mn-cs"/>
              </a:rPr>
              <a:pPr marL="0" marR="0" lvl="0" indent="0" algn="l" defTabSz="914400" rtl="0" eaLnBrk="1" fontAlgn="auto" latinLnBrk="0" hangingPunct="1">
                <a:lnSpc>
                  <a:spcPct val="100000"/>
                </a:lnSpc>
                <a:spcBef>
                  <a:spcPts val="0"/>
                </a:spcBef>
                <a:spcAft>
                  <a:spcPts val="0"/>
                </a:spcAft>
                <a:buClrTx/>
                <a:buSzTx/>
                <a:buFontTx/>
                <a:buNone/>
                <a:tabLst/>
                <a:defRPr/>
              </a:pPr>
              <a:t>2025/9/23</a:t>
            </a:fld>
            <a:endParaRPr kumimoji="0" lang="zh-CN" altLang="en-US" sz="1200" b="0" i="0" u="none" strike="noStrike" kern="1200" cap="none" spc="0" normalizeH="0" baseline="0" noProof="0">
              <a:ln>
                <a:noFill/>
              </a:ln>
              <a:solidFill>
                <a:srgbClr val="000000">
                  <a:tint val="75000"/>
                </a:srgbClr>
              </a:solidFill>
              <a:effectLst/>
              <a:uLnTx/>
              <a:uFillTx/>
              <a:latin typeface="Arial"/>
              <a:ea typeface="等线"/>
              <a:cs typeface="+mn-cs"/>
            </a:endParaRPr>
          </a:p>
        </p:txBody>
      </p:sp>
      <p:sp>
        <p:nvSpPr>
          <p:cNvPr id="3" name="页脚占位符 2"/>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200" b="0" i="0" u="none" strike="noStrike" kern="1200" cap="none" spc="0" normalizeH="0" baseline="0" noProof="0">
                <a:ln>
                  <a:noFill/>
                </a:ln>
                <a:solidFill>
                  <a:srgbClr val="000000">
                    <a:tint val="75000"/>
                  </a:srgbClr>
                </a:solidFill>
                <a:effectLst/>
                <a:uLnTx/>
                <a:uFillTx/>
                <a:latin typeface="Arial"/>
                <a:ea typeface="等线"/>
                <a:cs typeface="+mn-cs"/>
              </a:rPr>
              <a:t>1</a:t>
            </a:r>
            <a:endParaRPr kumimoji="0" lang="zh-CN" altLang="en-US" sz="1200" b="0" i="0" u="none" strike="noStrike" kern="1200" cap="none" spc="0" normalizeH="0" baseline="0" noProof="0">
              <a:ln>
                <a:noFill/>
              </a:ln>
              <a:solidFill>
                <a:srgbClr val="000000">
                  <a:tint val="75000"/>
                </a:srgbClr>
              </a:solidFill>
              <a:effectLst/>
              <a:uLnTx/>
              <a:uFillTx/>
              <a:latin typeface="Arial"/>
              <a:ea typeface="等线"/>
              <a:cs typeface="+mn-cs"/>
            </a:endParaRPr>
          </a:p>
        </p:txBody>
      </p:sp>
      <p:sp>
        <p:nvSpPr>
          <p:cNvPr id="4" name="灯片编号占位符 3"/>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BB30AEE-B2AD-48F0-B521-48022C37D5A9}" type="slidenum">
              <a:rPr kumimoji="0" lang="zh-CN" altLang="en-US" sz="1200" b="0" i="0" u="none" strike="noStrike" kern="1200" cap="none" spc="0" normalizeH="0" baseline="0" noProof="0" smtClean="0">
                <a:ln>
                  <a:noFill/>
                </a:ln>
                <a:solidFill>
                  <a:srgbClr val="000000">
                    <a:tint val="75000"/>
                  </a:srgbClr>
                </a:solidFill>
                <a:effectLst/>
                <a:uLnTx/>
                <a:uFillTx/>
                <a:latin typeface="Arial"/>
                <a:ea typeface="等线"/>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zh-CN" altLang="en-US" sz="1200" b="0" i="0" u="none" strike="noStrike" kern="1200" cap="none" spc="0" normalizeH="0" baseline="0" noProof="0">
              <a:ln>
                <a:noFill/>
              </a:ln>
              <a:solidFill>
                <a:srgbClr val="000000">
                  <a:tint val="75000"/>
                </a:srgbClr>
              </a:solidFill>
              <a:effectLst/>
              <a:uLnTx/>
              <a:uFillTx/>
              <a:latin typeface="Arial"/>
              <a:ea typeface="等线"/>
              <a:cs typeface="+mn-cs"/>
            </a:endParaRPr>
          </a:p>
        </p:txBody>
      </p:sp>
      <p:grpSp>
        <p:nvGrpSpPr>
          <p:cNvPr id="5" name="组合 4"/>
          <p:cNvGrpSpPr/>
          <p:nvPr userDrawn="1"/>
        </p:nvGrpSpPr>
        <p:grpSpPr>
          <a:xfrm>
            <a:off x="-4948" y="-7982"/>
            <a:ext cx="12196948" cy="863689"/>
            <a:chOff x="-4948" y="-7982"/>
            <a:chExt cx="12196948" cy="863689"/>
          </a:xfrm>
        </p:grpSpPr>
        <p:sp>
          <p:nvSpPr>
            <p:cNvPr id="6" name="矩形 5"/>
            <p:cNvSpPr/>
            <p:nvPr userDrawn="1"/>
          </p:nvSpPr>
          <p:spPr>
            <a:xfrm>
              <a:off x="-4948" y="-7982"/>
              <a:ext cx="12192000" cy="863689"/>
            </a:xfrm>
            <a:prstGeom prst="rect">
              <a:avLst/>
            </a:prstGeom>
            <a:solidFill>
              <a:srgbClr val="00582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srgbClr val="FFFFFF"/>
                </a:solidFill>
                <a:effectLst/>
                <a:uLnTx/>
                <a:uFillTx/>
                <a:latin typeface="Arial"/>
                <a:ea typeface="等线"/>
                <a:cs typeface="+mn-cs"/>
              </a:endParaRPr>
            </a:p>
          </p:txBody>
        </p:sp>
        <p:pic>
          <p:nvPicPr>
            <p:cNvPr id="7" name="图片 6"/>
            <p:cNvPicPr>
              <a:picLocks noChangeAspect="1"/>
            </p:cNvPicPr>
            <p:nvPr userDrawn="1"/>
          </p:nvPicPr>
          <p:blipFill>
            <a:blip r:embed="rId2"/>
            <a:stretch>
              <a:fillRect/>
            </a:stretch>
          </p:blipFill>
          <p:spPr>
            <a:xfrm>
              <a:off x="6805427" y="11938"/>
              <a:ext cx="5386573" cy="839876"/>
            </a:xfrm>
            <a:prstGeom prst="rect">
              <a:avLst/>
            </a:prstGeom>
          </p:spPr>
        </p:pic>
      </p:grpSp>
    </p:spTree>
    <p:extLst>
      <p:ext uri="{BB962C8B-B14F-4D97-AF65-F5344CB8AC3E}">
        <p14:creationId xmlns:p14="http://schemas.microsoft.com/office/powerpoint/2010/main" val="1511160337"/>
      </p:ext>
    </p:extLst>
  </p:cSld>
  <p:clrMapOvr>
    <a:masterClrMapping/>
  </p:clrMapOvr>
  <p:transition spd="slow"/>
</p:sldLayout>
</file>

<file path=ppt/slideLayouts/slideLayout20.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E76E0852-CA4C-4F15-90AC-8A82F656E178}" type="datetime1">
              <a:rPr kumimoji="0" lang="zh-CN" altLang="en-US" sz="1200" b="0" i="0" u="none" strike="noStrike" kern="1200" cap="none" spc="0" normalizeH="0" baseline="0" noProof="0" smtClean="0">
                <a:ln>
                  <a:noFill/>
                </a:ln>
                <a:solidFill>
                  <a:srgbClr val="000000">
                    <a:tint val="75000"/>
                  </a:srgbClr>
                </a:solidFill>
                <a:effectLst/>
                <a:uLnTx/>
                <a:uFillTx/>
                <a:latin typeface="Arial"/>
                <a:ea typeface="等线"/>
                <a:cs typeface="+mn-cs"/>
              </a:rPr>
              <a:pPr marL="0" marR="0" lvl="0" indent="0" algn="l" defTabSz="914400" rtl="0" eaLnBrk="1" fontAlgn="auto" latinLnBrk="0" hangingPunct="1">
                <a:lnSpc>
                  <a:spcPct val="100000"/>
                </a:lnSpc>
                <a:spcBef>
                  <a:spcPts val="0"/>
                </a:spcBef>
                <a:spcAft>
                  <a:spcPts val="0"/>
                </a:spcAft>
                <a:buClrTx/>
                <a:buSzTx/>
                <a:buFontTx/>
                <a:buNone/>
                <a:tabLst/>
                <a:defRPr/>
              </a:pPr>
              <a:t>2025/9/23</a:t>
            </a:fld>
            <a:endParaRPr kumimoji="0" lang="zh-CN" altLang="en-US" sz="1200" b="0" i="0" u="none" strike="noStrike" kern="1200" cap="none" spc="0" normalizeH="0" baseline="0" noProof="0">
              <a:ln>
                <a:noFill/>
              </a:ln>
              <a:solidFill>
                <a:srgbClr val="000000">
                  <a:tint val="75000"/>
                </a:srgbClr>
              </a:solidFill>
              <a:effectLst/>
              <a:uLnTx/>
              <a:uFillTx/>
              <a:latin typeface="Arial"/>
              <a:ea typeface="等线"/>
              <a:cs typeface="+mn-cs"/>
            </a:endParaRPr>
          </a:p>
        </p:txBody>
      </p:sp>
      <p:sp>
        <p:nvSpPr>
          <p:cNvPr id="6" name="页脚占位符 5"/>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200" b="0" i="0" u="none" strike="noStrike" kern="1200" cap="none" spc="0" normalizeH="0" baseline="0" noProof="0">
                <a:ln>
                  <a:noFill/>
                </a:ln>
                <a:solidFill>
                  <a:srgbClr val="000000">
                    <a:tint val="75000"/>
                  </a:srgbClr>
                </a:solidFill>
                <a:effectLst/>
                <a:uLnTx/>
                <a:uFillTx/>
                <a:latin typeface="Arial"/>
                <a:ea typeface="等线"/>
                <a:cs typeface="+mn-cs"/>
              </a:rPr>
              <a:t>1</a:t>
            </a:r>
            <a:endParaRPr kumimoji="0" lang="zh-CN" altLang="en-US" sz="1200" b="0" i="0" u="none" strike="noStrike" kern="1200" cap="none" spc="0" normalizeH="0" baseline="0" noProof="0">
              <a:ln>
                <a:noFill/>
              </a:ln>
              <a:solidFill>
                <a:srgbClr val="000000">
                  <a:tint val="75000"/>
                </a:srgbClr>
              </a:solidFill>
              <a:effectLst/>
              <a:uLnTx/>
              <a:uFillTx/>
              <a:latin typeface="Arial"/>
              <a:ea typeface="等线"/>
              <a:cs typeface="+mn-cs"/>
            </a:endParaRPr>
          </a:p>
        </p:txBody>
      </p:sp>
      <p:sp>
        <p:nvSpPr>
          <p:cNvPr id="7" name="灯片编号占位符 6"/>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BB30AEE-B2AD-48F0-B521-48022C37D5A9}" type="slidenum">
              <a:rPr kumimoji="0" lang="zh-CN" altLang="en-US" sz="1200" b="0" i="0" u="none" strike="noStrike" kern="1200" cap="none" spc="0" normalizeH="0" baseline="0" noProof="0" smtClean="0">
                <a:ln>
                  <a:noFill/>
                </a:ln>
                <a:solidFill>
                  <a:srgbClr val="000000">
                    <a:tint val="75000"/>
                  </a:srgbClr>
                </a:solidFill>
                <a:effectLst/>
                <a:uLnTx/>
                <a:uFillTx/>
                <a:latin typeface="Arial"/>
                <a:ea typeface="等线"/>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zh-CN" altLang="en-US" sz="1200" b="0" i="0" u="none" strike="noStrike" kern="1200" cap="none" spc="0" normalizeH="0" baseline="0" noProof="0">
              <a:ln>
                <a:noFill/>
              </a:ln>
              <a:solidFill>
                <a:srgbClr val="000000">
                  <a:tint val="75000"/>
                </a:srgbClr>
              </a:solidFill>
              <a:effectLst/>
              <a:uLnTx/>
              <a:uFillTx/>
              <a:latin typeface="Arial"/>
              <a:ea typeface="等线"/>
              <a:cs typeface="+mn-cs"/>
            </a:endParaRPr>
          </a:p>
        </p:txBody>
      </p:sp>
      <p:grpSp>
        <p:nvGrpSpPr>
          <p:cNvPr id="8" name="组合 7"/>
          <p:cNvGrpSpPr/>
          <p:nvPr userDrawn="1"/>
        </p:nvGrpSpPr>
        <p:grpSpPr>
          <a:xfrm>
            <a:off x="-4948" y="-7982"/>
            <a:ext cx="12196948" cy="863689"/>
            <a:chOff x="-4948" y="-7982"/>
            <a:chExt cx="12196948" cy="863689"/>
          </a:xfrm>
        </p:grpSpPr>
        <p:sp>
          <p:nvSpPr>
            <p:cNvPr id="9" name="矩形 8"/>
            <p:cNvSpPr/>
            <p:nvPr userDrawn="1"/>
          </p:nvSpPr>
          <p:spPr>
            <a:xfrm>
              <a:off x="-4948" y="-7982"/>
              <a:ext cx="12192000" cy="863689"/>
            </a:xfrm>
            <a:prstGeom prst="rect">
              <a:avLst/>
            </a:prstGeom>
            <a:solidFill>
              <a:srgbClr val="00582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srgbClr val="FFFFFF"/>
                </a:solidFill>
                <a:effectLst/>
                <a:uLnTx/>
                <a:uFillTx/>
                <a:latin typeface="Arial"/>
                <a:ea typeface="等线"/>
                <a:cs typeface="+mn-cs"/>
              </a:endParaRPr>
            </a:p>
          </p:txBody>
        </p:sp>
        <p:pic>
          <p:nvPicPr>
            <p:cNvPr id="10" name="图片 9"/>
            <p:cNvPicPr>
              <a:picLocks noChangeAspect="1"/>
            </p:cNvPicPr>
            <p:nvPr userDrawn="1"/>
          </p:nvPicPr>
          <p:blipFill>
            <a:blip r:embed="rId2"/>
            <a:stretch>
              <a:fillRect/>
            </a:stretch>
          </p:blipFill>
          <p:spPr>
            <a:xfrm>
              <a:off x="6805427" y="11938"/>
              <a:ext cx="5386573" cy="839876"/>
            </a:xfrm>
            <a:prstGeom prst="rect">
              <a:avLst/>
            </a:prstGeom>
          </p:spPr>
        </p:pic>
      </p:grpSp>
    </p:spTree>
    <p:extLst>
      <p:ext uri="{BB962C8B-B14F-4D97-AF65-F5344CB8AC3E}">
        <p14:creationId xmlns:p14="http://schemas.microsoft.com/office/powerpoint/2010/main" val="3186373054"/>
      </p:ext>
    </p:extLst>
  </p:cSld>
  <p:clrMapOvr>
    <a:masterClrMapping/>
  </p:clrMapOvr>
  <p:transition spd="slow"/>
</p:sldLayout>
</file>

<file path=ppt/slideLayouts/slideLayout21.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7CB2B1AD-C4DA-46F7-83EF-6591A3CFF03A}" type="datetime1">
              <a:rPr kumimoji="0" lang="zh-CN" altLang="en-US" sz="1200" b="0" i="0" u="none" strike="noStrike" kern="1200" cap="none" spc="0" normalizeH="0" baseline="0" noProof="0" smtClean="0">
                <a:ln>
                  <a:noFill/>
                </a:ln>
                <a:solidFill>
                  <a:srgbClr val="000000">
                    <a:tint val="75000"/>
                  </a:srgbClr>
                </a:solidFill>
                <a:effectLst/>
                <a:uLnTx/>
                <a:uFillTx/>
                <a:latin typeface="Arial"/>
                <a:ea typeface="等线"/>
                <a:cs typeface="+mn-cs"/>
              </a:rPr>
              <a:pPr marL="0" marR="0" lvl="0" indent="0" algn="l" defTabSz="914400" rtl="0" eaLnBrk="1" fontAlgn="auto" latinLnBrk="0" hangingPunct="1">
                <a:lnSpc>
                  <a:spcPct val="100000"/>
                </a:lnSpc>
                <a:spcBef>
                  <a:spcPts val="0"/>
                </a:spcBef>
                <a:spcAft>
                  <a:spcPts val="0"/>
                </a:spcAft>
                <a:buClrTx/>
                <a:buSzTx/>
                <a:buFontTx/>
                <a:buNone/>
                <a:tabLst/>
                <a:defRPr/>
              </a:pPr>
              <a:t>2025/9/23</a:t>
            </a:fld>
            <a:endParaRPr kumimoji="0" lang="zh-CN" altLang="en-US" sz="1200" b="0" i="0" u="none" strike="noStrike" kern="1200" cap="none" spc="0" normalizeH="0" baseline="0" noProof="0">
              <a:ln>
                <a:noFill/>
              </a:ln>
              <a:solidFill>
                <a:srgbClr val="000000">
                  <a:tint val="75000"/>
                </a:srgbClr>
              </a:solidFill>
              <a:effectLst/>
              <a:uLnTx/>
              <a:uFillTx/>
              <a:latin typeface="Arial"/>
              <a:ea typeface="等线"/>
              <a:cs typeface="+mn-cs"/>
            </a:endParaRPr>
          </a:p>
        </p:txBody>
      </p:sp>
      <p:sp>
        <p:nvSpPr>
          <p:cNvPr id="6" name="页脚占位符 5"/>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200" b="0" i="0" u="none" strike="noStrike" kern="1200" cap="none" spc="0" normalizeH="0" baseline="0" noProof="0">
                <a:ln>
                  <a:noFill/>
                </a:ln>
                <a:solidFill>
                  <a:srgbClr val="000000">
                    <a:tint val="75000"/>
                  </a:srgbClr>
                </a:solidFill>
                <a:effectLst/>
                <a:uLnTx/>
                <a:uFillTx/>
                <a:latin typeface="Arial"/>
                <a:ea typeface="等线"/>
                <a:cs typeface="+mn-cs"/>
              </a:rPr>
              <a:t>1</a:t>
            </a:r>
            <a:endParaRPr kumimoji="0" lang="zh-CN" altLang="en-US" sz="1200" b="0" i="0" u="none" strike="noStrike" kern="1200" cap="none" spc="0" normalizeH="0" baseline="0" noProof="0">
              <a:ln>
                <a:noFill/>
              </a:ln>
              <a:solidFill>
                <a:srgbClr val="000000">
                  <a:tint val="75000"/>
                </a:srgbClr>
              </a:solidFill>
              <a:effectLst/>
              <a:uLnTx/>
              <a:uFillTx/>
              <a:latin typeface="Arial"/>
              <a:ea typeface="等线"/>
              <a:cs typeface="+mn-cs"/>
            </a:endParaRPr>
          </a:p>
        </p:txBody>
      </p:sp>
      <p:sp>
        <p:nvSpPr>
          <p:cNvPr id="7" name="灯片编号占位符 6"/>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BB30AEE-B2AD-48F0-B521-48022C37D5A9}" type="slidenum">
              <a:rPr kumimoji="0" lang="zh-CN" altLang="en-US" sz="1200" b="0" i="0" u="none" strike="noStrike" kern="1200" cap="none" spc="0" normalizeH="0" baseline="0" noProof="0" smtClean="0">
                <a:ln>
                  <a:noFill/>
                </a:ln>
                <a:solidFill>
                  <a:srgbClr val="000000">
                    <a:tint val="75000"/>
                  </a:srgbClr>
                </a:solidFill>
                <a:effectLst/>
                <a:uLnTx/>
                <a:uFillTx/>
                <a:latin typeface="Arial"/>
                <a:ea typeface="等线"/>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zh-CN" altLang="en-US" sz="1200" b="0" i="0" u="none" strike="noStrike" kern="1200" cap="none" spc="0" normalizeH="0" baseline="0" noProof="0">
              <a:ln>
                <a:noFill/>
              </a:ln>
              <a:solidFill>
                <a:srgbClr val="000000">
                  <a:tint val="75000"/>
                </a:srgbClr>
              </a:solidFill>
              <a:effectLst/>
              <a:uLnTx/>
              <a:uFillTx/>
              <a:latin typeface="Arial"/>
              <a:ea typeface="等线"/>
              <a:cs typeface="+mn-cs"/>
            </a:endParaRPr>
          </a:p>
        </p:txBody>
      </p:sp>
      <p:grpSp>
        <p:nvGrpSpPr>
          <p:cNvPr id="8" name="组合 7"/>
          <p:cNvGrpSpPr/>
          <p:nvPr userDrawn="1"/>
        </p:nvGrpSpPr>
        <p:grpSpPr>
          <a:xfrm>
            <a:off x="-4948" y="-7982"/>
            <a:ext cx="12196948" cy="863689"/>
            <a:chOff x="-4948" y="-7982"/>
            <a:chExt cx="12196948" cy="863689"/>
          </a:xfrm>
        </p:grpSpPr>
        <p:sp>
          <p:nvSpPr>
            <p:cNvPr id="9" name="矩形 8"/>
            <p:cNvSpPr/>
            <p:nvPr userDrawn="1"/>
          </p:nvSpPr>
          <p:spPr>
            <a:xfrm>
              <a:off x="-4948" y="-7982"/>
              <a:ext cx="12192000" cy="863689"/>
            </a:xfrm>
            <a:prstGeom prst="rect">
              <a:avLst/>
            </a:prstGeom>
            <a:solidFill>
              <a:srgbClr val="00582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srgbClr val="FFFFFF"/>
                </a:solidFill>
                <a:effectLst/>
                <a:uLnTx/>
                <a:uFillTx/>
                <a:latin typeface="Arial"/>
                <a:ea typeface="等线"/>
                <a:cs typeface="+mn-cs"/>
              </a:endParaRPr>
            </a:p>
          </p:txBody>
        </p:sp>
        <p:pic>
          <p:nvPicPr>
            <p:cNvPr id="10" name="图片 9"/>
            <p:cNvPicPr>
              <a:picLocks noChangeAspect="1"/>
            </p:cNvPicPr>
            <p:nvPr userDrawn="1"/>
          </p:nvPicPr>
          <p:blipFill>
            <a:blip r:embed="rId2"/>
            <a:stretch>
              <a:fillRect/>
            </a:stretch>
          </p:blipFill>
          <p:spPr>
            <a:xfrm>
              <a:off x="6805427" y="11938"/>
              <a:ext cx="5386573" cy="839876"/>
            </a:xfrm>
            <a:prstGeom prst="rect">
              <a:avLst/>
            </a:prstGeom>
          </p:spPr>
        </p:pic>
      </p:grpSp>
    </p:spTree>
    <p:extLst>
      <p:ext uri="{BB962C8B-B14F-4D97-AF65-F5344CB8AC3E}">
        <p14:creationId xmlns:p14="http://schemas.microsoft.com/office/powerpoint/2010/main" val="1257929315"/>
      </p:ext>
    </p:extLst>
  </p:cSld>
  <p:clrMapOvr>
    <a:masterClrMapping/>
  </p:clrMapOvr>
  <p:transition spd="slow"/>
</p:sldLayout>
</file>

<file path=ppt/slideLayouts/slideLayout22.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6D16873A-4751-4F25-81CF-773CD233D7D3}" type="datetime1">
              <a:rPr kumimoji="0" lang="zh-CN" altLang="en-US" sz="1200" b="0" i="0" u="none" strike="noStrike" kern="1200" cap="none" spc="0" normalizeH="0" baseline="0" noProof="0" smtClean="0">
                <a:ln>
                  <a:noFill/>
                </a:ln>
                <a:solidFill>
                  <a:srgbClr val="000000">
                    <a:tint val="75000"/>
                  </a:srgbClr>
                </a:solidFill>
                <a:effectLst/>
                <a:uLnTx/>
                <a:uFillTx/>
                <a:latin typeface="Arial"/>
                <a:ea typeface="等线"/>
                <a:cs typeface="+mn-cs"/>
              </a:rPr>
              <a:pPr marL="0" marR="0" lvl="0" indent="0" algn="l" defTabSz="914400" rtl="0" eaLnBrk="1" fontAlgn="auto" latinLnBrk="0" hangingPunct="1">
                <a:lnSpc>
                  <a:spcPct val="100000"/>
                </a:lnSpc>
                <a:spcBef>
                  <a:spcPts val="0"/>
                </a:spcBef>
                <a:spcAft>
                  <a:spcPts val="0"/>
                </a:spcAft>
                <a:buClrTx/>
                <a:buSzTx/>
                <a:buFontTx/>
                <a:buNone/>
                <a:tabLst/>
                <a:defRPr/>
              </a:pPr>
              <a:t>2025/9/23</a:t>
            </a:fld>
            <a:endParaRPr kumimoji="0" lang="zh-CN" altLang="en-US" sz="1200" b="0" i="0" u="none" strike="noStrike" kern="1200" cap="none" spc="0" normalizeH="0" baseline="0" noProof="0">
              <a:ln>
                <a:noFill/>
              </a:ln>
              <a:solidFill>
                <a:srgbClr val="000000">
                  <a:tint val="75000"/>
                </a:srgbClr>
              </a:solidFill>
              <a:effectLst/>
              <a:uLnTx/>
              <a:uFillTx/>
              <a:latin typeface="Arial"/>
              <a:ea typeface="等线"/>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200" b="0" i="0" u="none" strike="noStrike" kern="1200" cap="none" spc="0" normalizeH="0" baseline="0" noProof="0">
                <a:ln>
                  <a:noFill/>
                </a:ln>
                <a:solidFill>
                  <a:srgbClr val="000000">
                    <a:tint val="75000"/>
                  </a:srgbClr>
                </a:solidFill>
                <a:effectLst/>
                <a:uLnTx/>
                <a:uFillTx/>
                <a:latin typeface="Arial"/>
                <a:ea typeface="等线"/>
                <a:cs typeface="+mn-cs"/>
              </a:rPr>
              <a:t>1</a:t>
            </a:r>
            <a:endParaRPr kumimoji="0" lang="zh-CN" altLang="en-US" sz="1200" b="0" i="0" u="none" strike="noStrike" kern="1200" cap="none" spc="0" normalizeH="0" baseline="0" noProof="0">
              <a:ln>
                <a:noFill/>
              </a:ln>
              <a:solidFill>
                <a:srgbClr val="000000">
                  <a:tint val="75000"/>
                </a:srgbClr>
              </a:solidFill>
              <a:effectLst/>
              <a:uLnTx/>
              <a:uFillTx/>
              <a:latin typeface="Arial"/>
              <a:ea typeface="等线"/>
              <a:cs typeface="+mn-cs"/>
            </a:endParaRPr>
          </a:p>
        </p:txBody>
      </p:sp>
      <p:sp>
        <p:nvSpPr>
          <p:cNvPr id="6" name="灯片编号占位符 5"/>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BB30AEE-B2AD-48F0-B521-48022C37D5A9}" type="slidenum">
              <a:rPr kumimoji="0" lang="zh-CN" altLang="en-US" sz="1200" b="0" i="0" u="none" strike="noStrike" kern="1200" cap="none" spc="0" normalizeH="0" baseline="0" noProof="0" smtClean="0">
                <a:ln>
                  <a:noFill/>
                </a:ln>
                <a:solidFill>
                  <a:srgbClr val="000000">
                    <a:tint val="75000"/>
                  </a:srgbClr>
                </a:solidFill>
                <a:effectLst/>
                <a:uLnTx/>
                <a:uFillTx/>
                <a:latin typeface="Arial"/>
                <a:ea typeface="等线"/>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zh-CN" altLang="en-US" sz="1200" b="0" i="0" u="none" strike="noStrike" kern="1200" cap="none" spc="0" normalizeH="0" baseline="0" noProof="0">
              <a:ln>
                <a:noFill/>
              </a:ln>
              <a:solidFill>
                <a:srgbClr val="000000">
                  <a:tint val="75000"/>
                </a:srgbClr>
              </a:solidFill>
              <a:effectLst/>
              <a:uLnTx/>
              <a:uFillTx/>
              <a:latin typeface="Arial"/>
              <a:ea typeface="等线"/>
              <a:cs typeface="+mn-cs"/>
            </a:endParaRPr>
          </a:p>
        </p:txBody>
      </p:sp>
      <p:grpSp>
        <p:nvGrpSpPr>
          <p:cNvPr id="7" name="组合 6"/>
          <p:cNvGrpSpPr/>
          <p:nvPr userDrawn="1"/>
        </p:nvGrpSpPr>
        <p:grpSpPr>
          <a:xfrm>
            <a:off x="-4948" y="-7982"/>
            <a:ext cx="12196948" cy="863689"/>
            <a:chOff x="-4948" y="-7982"/>
            <a:chExt cx="12196948" cy="863689"/>
          </a:xfrm>
        </p:grpSpPr>
        <p:sp>
          <p:nvSpPr>
            <p:cNvPr id="8" name="矩形 7"/>
            <p:cNvSpPr/>
            <p:nvPr userDrawn="1"/>
          </p:nvSpPr>
          <p:spPr>
            <a:xfrm>
              <a:off x="-4948" y="-7982"/>
              <a:ext cx="12192000" cy="863689"/>
            </a:xfrm>
            <a:prstGeom prst="rect">
              <a:avLst/>
            </a:prstGeom>
            <a:solidFill>
              <a:srgbClr val="00582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srgbClr val="FFFFFF"/>
                </a:solidFill>
                <a:effectLst/>
                <a:uLnTx/>
                <a:uFillTx/>
                <a:latin typeface="Arial"/>
                <a:ea typeface="等线"/>
                <a:cs typeface="+mn-cs"/>
              </a:endParaRPr>
            </a:p>
          </p:txBody>
        </p:sp>
        <p:pic>
          <p:nvPicPr>
            <p:cNvPr id="9" name="图片 8"/>
            <p:cNvPicPr>
              <a:picLocks noChangeAspect="1"/>
            </p:cNvPicPr>
            <p:nvPr userDrawn="1"/>
          </p:nvPicPr>
          <p:blipFill>
            <a:blip r:embed="rId2"/>
            <a:stretch>
              <a:fillRect/>
            </a:stretch>
          </p:blipFill>
          <p:spPr>
            <a:xfrm>
              <a:off x="6805427" y="11938"/>
              <a:ext cx="5386573" cy="839876"/>
            </a:xfrm>
            <a:prstGeom prst="rect">
              <a:avLst/>
            </a:prstGeom>
          </p:spPr>
        </p:pic>
      </p:grpSp>
    </p:spTree>
    <p:extLst>
      <p:ext uri="{BB962C8B-B14F-4D97-AF65-F5344CB8AC3E}">
        <p14:creationId xmlns:p14="http://schemas.microsoft.com/office/powerpoint/2010/main" val="3259659815"/>
      </p:ext>
    </p:extLst>
  </p:cSld>
  <p:clrMapOvr>
    <a:masterClrMapping/>
  </p:clrMapOvr>
  <p:transition spd="slow"/>
</p:sldLayout>
</file>

<file path=ppt/slideLayouts/slideLayout23.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DC80336-C3CE-4067-A076-C598A13B5322}" type="datetime1">
              <a:rPr kumimoji="0" lang="zh-CN" altLang="en-US" sz="1200" b="0" i="0" u="none" strike="noStrike" kern="1200" cap="none" spc="0" normalizeH="0" baseline="0" noProof="0" smtClean="0">
                <a:ln>
                  <a:noFill/>
                </a:ln>
                <a:solidFill>
                  <a:srgbClr val="000000">
                    <a:tint val="75000"/>
                  </a:srgbClr>
                </a:solidFill>
                <a:effectLst/>
                <a:uLnTx/>
                <a:uFillTx/>
                <a:latin typeface="Arial"/>
                <a:ea typeface="等线"/>
                <a:cs typeface="+mn-cs"/>
              </a:rPr>
              <a:pPr marL="0" marR="0" lvl="0" indent="0" algn="l" defTabSz="914400" rtl="0" eaLnBrk="1" fontAlgn="auto" latinLnBrk="0" hangingPunct="1">
                <a:lnSpc>
                  <a:spcPct val="100000"/>
                </a:lnSpc>
                <a:spcBef>
                  <a:spcPts val="0"/>
                </a:spcBef>
                <a:spcAft>
                  <a:spcPts val="0"/>
                </a:spcAft>
                <a:buClrTx/>
                <a:buSzTx/>
                <a:buFontTx/>
                <a:buNone/>
                <a:tabLst/>
                <a:defRPr/>
              </a:pPr>
              <a:t>2025/9/23</a:t>
            </a:fld>
            <a:endParaRPr kumimoji="0" lang="zh-CN" altLang="en-US" sz="1200" b="0" i="0" u="none" strike="noStrike" kern="1200" cap="none" spc="0" normalizeH="0" baseline="0" noProof="0">
              <a:ln>
                <a:noFill/>
              </a:ln>
              <a:solidFill>
                <a:srgbClr val="000000">
                  <a:tint val="75000"/>
                </a:srgbClr>
              </a:solidFill>
              <a:effectLst/>
              <a:uLnTx/>
              <a:uFillTx/>
              <a:latin typeface="Arial"/>
              <a:ea typeface="等线"/>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200" b="0" i="0" u="none" strike="noStrike" kern="1200" cap="none" spc="0" normalizeH="0" baseline="0" noProof="0">
                <a:ln>
                  <a:noFill/>
                </a:ln>
                <a:solidFill>
                  <a:srgbClr val="000000">
                    <a:tint val="75000"/>
                  </a:srgbClr>
                </a:solidFill>
                <a:effectLst/>
                <a:uLnTx/>
                <a:uFillTx/>
                <a:latin typeface="Arial"/>
                <a:ea typeface="等线"/>
                <a:cs typeface="+mn-cs"/>
              </a:rPr>
              <a:t>1</a:t>
            </a:r>
            <a:endParaRPr kumimoji="0" lang="zh-CN" altLang="en-US" sz="1200" b="0" i="0" u="none" strike="noStrike" kern="1200" cap="none" spc="0" normalizeH="0" baseline="0" noProof="0">
              <a:ln>
                <a:noFill/>
              </a:ln>
              <a:solidFill>
                <a:srgbClr val="000000">
                  <a:tint val="75000"/>
                </a:srgbClr>
              </a:solidFill>
              <a:effectLst/>
              <a:uLnTx/>
              <a:uFillTx/>
              <a:latin typeface="Arial"/>
              <a:ea typeface="等线"/>
              <a:cs typeface="+mn-cs"/>
            </a:endParaRPr>
          </a:p>
        </p:txBody>
      </p:sp>
      <p:sp>
        <p:nvSpPr>
          <p:cNvPr id="6" name="灯片编号占位符 5"/>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BB30AEE-B2AD-48F0-B521-48022C37D5A9}" type="slidenum">
              <a:rPr kumimoji="0" lang="zh-CN" altLang="en-US" sz="1200" b="0" i="0" u="none" strike="noStrike" kern="1200" cap="none" spc="0" normalizeH="0" baseline="0" noProof="0" smtClean="0">
                <a:ln>
                  <a:noFill/>
                </a:ln>
                <a:solidFill>
                  <a:srgbClr val="000000">
                    <a:tint val="75000"/>
                  </a:srgbClr>
                </a:solidFill>
                <a:effectLst/>
                <a:uLnTx/>
                <a:uFillTx/>
                <a:latin typeface="Arial"/>
                <a:ea typeface="等线"/>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zh-CN" altLang="en-US" sz="1200" b="0" i="0" u="none" strike="noStrike" kern="1200" cap="none" spc="0" normalizeH="0" baseline="0" noProof="0">
              <a:ln>
                <a:noFill/>
              </a:ln>
              <a:solidFill>
                <a:srgbClr val="000000">
                  <a:tint val="75000"/>
                </a:srgbClr>
              </a:solidFill>
              <a:effectLst/>
              <a:uLnTx/>
              <a:uFillTx/>
              <a:latin typeface="Arial"/>
              <a:ea typeface="等线"/>
              <a:cs typeface="+mn-cs"/>
            </a:endParaRPr>
          </a:p>
        </p:txBody>
      </p:sp>
      <p:grpSp>
        <p:nvGrpSpPr>
          <p:cNvPr id="7" name="组合 6"/>
          <p:cNvGrpSpPr/>
          <p:nvPr userDrawn="1"/>
        </p:nvGrpSpPr>
        <p:grpSpPr>
          <a:xfrm>
            <a:off x="-4948" y="-7982"/>
            <a:ext cx="12196948" cy="863689"/>
            <a:chOff x="-4948" y="-7982"/>
            <a:chExt cx="12196948" cy="863689"/>
          </a:xfrm>
        </p:grpSpPr>
        <p:sp>
          <p:nvSpPr>
            <p:cNvPr id="8" name="矩形 7"/>
            <p:cNvSpPr/>
            <p:nvPr userDrawn="1"/>
          </p:nvSpPr>
          <p:spPr>
            <a:xfrm>
              <a:off x="-4948" y="-7982"/>
              <a:ext cx="12192000" cy="863689"/>
            </a:xfrm>
            <a:prstGeom prst="rect">
              <a:avLst/>
            </a:prstGeom>
            <a:solidFill>
              <a:srgbClr val="00582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srgbClr val="FFFFFF"/>
                </a:solidFill>
                <a:effectLst/>
                <a:uLnTx/>
                <a:uFillTx/>
                <a:latin typeface="Arial"/>
                <a:ea typeface="等线"/>
                <a:cs typeface="+mn-cs"/>
              </a:endParaRPr>
            </a:p>
          </p:txBody>
        </p:sp>
        <p:pic>
          <p:nvPicPr>
            <p:cNvPr id="9" name="图片 8"/>
            <p:cNvPicPr>
              <a:picLocks noChangeAspect="1"/>
            </p:cNvPicPr>
            <p:nvPr userDrawn="1"/>
          </p:nvPicPr>
          <p:blipFill>
            <a:blip r:embed="rId2"/>
            <a:stretch>
              <a:fillRect/>
            </a:stretch>
          </p:blipFill>
          <p:spPr>
            <a:xfrm>
              <a:off x="6805427" y="11938"/>
              <a:ext cx="5386573" cy="839876"/>
            </a:xfrm>
            <a:prstGeom prst="rect">
              <a:avLst/>
            </a:prstGeom>
          </p:spPr>
        </p:pic>
      </p:grpSp>
    </p:spTree>
    <p:extLst>
      <p:ext uri="{BB962C8B-B14F-4D97-AF65-F5344CB8AC3E}">
        <p14:creationId xmlns:p14="http://schemas.microsoft.com/office/powerpoint/2010/main" val="2528092535"/>
      </p:ext>
    </p:extLst>
  </p:cSld>
  <p:clrMapOvr>
    <a:masterClrMapping/>
  </p:clrMapOvr>
  <p:transition spd="slow"/>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jpeg"/></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theme" Target="../theme/theme2.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4">
            <a:lum/>
          </a:blip>
          <a:srcRect/>
          <a:stretch>
            <a:fillRect/>
          </a:stretch>
        </a:blipFill>
        <a:effectLst/>
      </p:bgPr>
    </p:bg>
    <p:spTree>
      <p:nvGrpSpPr>
        <p:cNvPr id="1" name=""/>
        <p:cNvGrpSpPr/>
        <p:nvPr/>
      </p:nvGrpSpPr>
      <p:grpSpPr>
        <a:xfrm>
          <a:off x="0" y="0"/>
          <a:ext cx="0" cy="0"/>
          <a:chOff x="0" y="0"/>
          <a:chExt cx="0" cy="0"/>
        </a:xfrm>
      </p:grpSpPr>
      <p:sp>
        <p:nvSpPr>
          <p:cNvPr id="1026" name="标题 1025"/>
          <p:cNvSpPr>
            <a:spLocks noGrp="1"/>
          </p:cNvSpPr>
          <p:nvPr>
            <p:ph type="title"/>
          </p:nvPr>
        </p:nvSpPr>
        <p:spPr>
          <a:xfrm>
            <a:off x="609600" y="274639"/>
            <a:ext cx="10972800" cy="1143000"/>
          </a:xfrm>
          <a:prstGeom prst="rect">
            <a:avLst/>
          </a:prstGeom>
          <a:noFill/>
          <a:ln w="9525">
            <a:noFill/>
          </a:ln>
        </p:spPr>
        <p:txBody>
          <a:bodyPr anchor="ctr"/>
          <a:lstStyle/>
          <a:p>
            <a:pPr lvl="0"/>
            <a:r>
              <a:rPr lang="zh-CN" altLang="en-US"/>
              <a:t>单击此处编辑母版标题样式</a:t>
            </a:r>
          </a:p>
        </p:txBody>
      </p:sp>
      <p:sp>
        <p:nvSpPr>
          <p:cNvPr id="1027" name="文本占位符 1026"/>
          <p:cNvSpPr>
            <a:spLocks noGrp="1"/>
          </p:cNvSpPr>
          <p:nvPr>
            <p:ph type="body" idx="1"/>
          </p:nvPr>
        </p:nvSpPr>
        <p:spPr>
          <a:xfrm>
            <a:off x="609600" y="1600201"/>
            <a:ext cx="10972800" cy="4525963"/>
          </a:xfrm>
          <a:prstGeom prst="rect">
            <a:avLst/>
          </a:prstGeom>
          <a:noFill/>
          <a:ln w="9525">
            <a:noFill/>
          </a:ln>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1028" name="日期占位符 1027"/>
          <p:cNvSpPr>
            <a:spLocks noGrp="1"/>
          </p:cNvSpPr>
          <p:nvPr>
            <p:ph type="dt" sz="half" idx="2"/>
          </p:nvPr>
        </p:nvSpPr>
        <p:spPr>
          <a:xfrm>
            <a:off x="609600" y="6245225"/>
            <a:ext cx="2844800" cy="476251"/>
          </a:xfrm>
          <a:prstGeom prst="rect">
            <a:avLst/>
          </a:prstGeom>
          <a:noFill/>
          <a:ln w="9525">
            <a:noFill/>
          </a:ln>
        </p:spPr>
        <p:txBody>
          <a:bodyPr/>
          <a:lstStyle>
            <a:lvl1pPr>
              <a:defRPr sz="1400"/>
            </a:lvl1pPr>
          </a:lstStyle>
          <a:p>
            <a:pPr defTabSz="914377" fontAlgn="base">
              <a:spcBef>
                <a:spcPct val="0"/>
              </a:spcBef>
              <a:spcAft>
                <a:spcPct val="0"/>
              </a:spcAft>
            </a:pPr>
            <a:endParaRPr lang="zh-CN" altLang="en-US">
              <a:solidFill>
                <a:srgbClr val="000000"/>
              </a:solidFill>
            </a:endParaRPr>
          </a:p>
        </p:txBody>
      </p:sp>
      <p:sp>
        <p:nvSpPr>
          <p:cNvPr id="1029" name="页脚占位符 1028"/>
          <p:cNvSpPr>
            <a:spLocks noGrp="1"/>
          </p:cNvSpPr>
          <p:nvPr>
            <p:ph type="ftr" sz="quarter" idx="3"/>
          </p:nvPr>
        </p:nvSpPr>
        <p:spPr>
          <a:xfrm>
            <a:off x="4165600" y="6245225"/>
            <a:ext cx="3860800" cy="476251"/>
          </a:xfrm>
          <a:prstGeom prst="rect">
            <a:avLst/>
          </a:prstGeom>
          <a:noFill/>
          <a:ln w="9525">
            <a:noFill/>
          </a:ln>
        </p:spPr>
        <p:txBody>
          <a:bodyPr/>
          <a:lstStyle>
            <a:lvl1pPr algn="ctr">
              <a:defRPr sz="1400"/>
            </a:lvl1pPr>
          </a:lstStyle>
          <a:p>
            <a:pPr defTabSz="914377" fontAlgn="base">
              <a:spcBef>
                <a:spcPct val="0"/>
              </a:spcBef>
              <a:spcAft>
                <a:spcPct val="0"/>
              </a:spcAft>
            </a:pPr>
            <a:endParaRPr lang="zh-CN" altLang="en-US">
              <a:solidFill>
                <a:srgbClr val="000000"/>
              </a:solidFill>
            </a:endParaRPr>
          </a:p>
        </p:txBody>
      </p:sp>
      <p:sp>
        <p:nvSpPr>
          <p:cNvPr id="1030" name="灯片编号占位符 1029"/>
          <p:cNvSpPr>
            <a:spLocks noGrp="1"/>
          </p:cNvSpPr>
          <p:nvPr>
            <p:ph type="sldNum" sz="quarter" idx="4"/>
          </p:nvPr>
        </p:nvSpPr>
        <p:spPr>
          <a:xfrm>
            <a:off x="8737600" y="6245225"/>
            <a:ext cx="2844800" cy="476251"/>
          </a:xfrm>
          <a:prstGeom prst="rect">
            <a:avLst/>
          </a:prstGeom>
          <a:noFill/>
          <a:ln w="9525">
            <a:noFill/>
          </a:ln>
        </p:spPr>
        <p:txBody>
          <a:bodyPr/>
          <a:lstStyle>
            <a:lvl1pPr algn="r">
              <a:defRPr sz="1400"/>
            </a:lvl1pPr>
          </a:lstStyle>
          <a:p>
            <a:pPr defTabSz="914377" fontAlgn="base">
              <a:spcBef>
                <a:spcPct val="0"/>
              </a:spcBef>
              <a:spcAft>
                <a:spcPct val="0"/>
              </a:spcAft>
            </a:pPr>
            <a:fld id="{9A0DB2DC-4C9A-4742-B13C-FB6460FD3503}" type="slidenum">
              <a:rPr lang="zh-CN" altLang="en-US" smtClean="0">
                <a:solidFill>
                  <a:srgbClr val="000000"/>
                </a:solidFill>
              </a:rPr>
              <a:pPr defTabSz="914377" fontAlgn="base">
                <a:spcBef>
                  <a:spcPct val="0"/>
                </a:spcBef>
                <a:spcAft>
                  <a:spcPct val="0"/>
                </a:spcAft>
              </a:pPr>
              <a:t>‹#›</a:t>
            </a:fld>
            <a:endParaRPr lang="zh-CN" altLang="en-US">
              <a:solidFill>
                <a:srgbClr val="000000"/>
              </a:solidFill>
            </a:endParaRPr>
          </a:p>
        </p:txBody>
      </p:sp>
    </p:spTree>
    <p:extLst>
      <p:ext uri="{BB962C8B-B14F-4D97-AF65-F5344CB8AC3E}">
        <p14:creationId xmlns:p14="http://schemas.microsoft.com/office/powerpoint/2010/main" val="4040741335"/>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Lst>
  <p:hf sldNum="0" hdr="0" ftr="0" dt="0"/>
  <p:txStyles>
    <p:titleStyle>
      <a:lvl1pPr marL="0" lvl="0" indent="0" algn="ctr" defTabSz="914377" eaLnBrk="1" fontAlgn="base" latinLnBrk="0" hangingPunct="1">
        <a:lnSpc>
          <a:spcPct val="100000"/>
        </a:lnSpc>
        <a:spcBef>
          <a:spcPct val="0"/>
        </a:spcBef>
        <a:spcAft>
          <a:spcPct val="0"/>
        </a:spcAft>
        <a:buNone/>
        <a:defRPr sz="4400" b="0" i="0" u="none" kern="1200" baseline="0">
          <a:solidFill>
            <a:schemeClr val="tx2"/>
          </a:solidFill>
          <a:latin typeface="+mj-lt"/>
          <a:ea typeface="+mj-ea"/>
          <a:cs typeface="+mj-cs"/>
        </a:defRPr>
      </a:lvl1pPr>
    </p:titleStyle>
    <p:bodyStyle>
      <a:lvl1pPr marL="342891" lvl="0" indent="-342891" algn="l" defTabSz="914377" eaLnBrk="1" fontAlgn="base" latinLnBrk="0" hangingPunct="1">
        <a:lnSpc>
          <a:spcPct val="100000"/>
        </a:lnSpc>
        <a:spcBef>
          <a:spcPct val="20000"/>
        </a:spcBef>
        <a:spcAft>
          <a:spcPct val="0"/>
        </a:spcAft>
        <a:buChar char="•"/>
        <a:defRPr sz="3200" b="0" i="0" u="none" kern="1200" baseline="0">
          <a:solidFill>
            <a:schemeClr val="tx1"/>
          </a:solidFill>
          <a:latin typeface="+mn-lt"/>
          <a:ea typeface="+mn-ea"/>
          <a:cs typeface="+mn-cs"/>
        </a:defRPr>
      </a:lvl1pPr>
      <a:lvl2pPr marL="743355" lvl="1" indent="-286166" algn="l" defTabSz="914377" eaLnBrk="1" fontAlgn="base" latinLnBrk="0" hangingPunct="1">
        <a:lnSpc>
          <a:spcPct val="100000"/>
        </a:lnSpc>
        <a:spcBef>
          <a:spcPct val="20000"/>
        </a:spcBef>
        <a:spcAft>
          <a:spcPct val="0"/>
        </a:spcAft>
        <a:buChar char="–"/>
        <a:defRPr sz="2800" b="0" i="0" u="none" kern="1200" baseline="0">
          <a:solidFill>
            <a:schemeClr val="tx1"/>
          </a:solidFill>
          <a:latin typeface="+mn-lt"/>
          <a:ea typeface="+mn-ea"/>
          <a:cs typeface="+mn-cs"/>
        </a:defRPr>
      </a:lvl2pPr>
      <a:lvl3pPr marL="1142971" lvl="2" indent="-228594" algn="l" defTabSz="914377" eaLnBrk="1" fontAlgn="base" latinLnBrk="0" hangingPunct="1">
        <a:lnSpc>
          <a:spcPct val="100000"/>
        </a:lnSpc>
        <a:spcBef>
          <a:spcPct val="20000"/>
        </a:spcBef>
        <a:spcAft>
          <a:spcPct val="0"/>
        </a:spcAft>
        <a:buChar char="•"/>
        <a:defRPr sz="2400" b="0" i="0" u="none" kern="1200" baseline="0">
          <a:solidFill>
            <a:schemeClr val="tx1"/>
          </a:solidFill>
          <a:latin typeface="+mn-lt"/>
          <a:ea typeface="+mn-ea"/>
          <a:cs typeface="+mn-cs"/>
        </a:defRPr>
      </a:lvl3pPr>
      <a:lvl4pPr marL="1600160" lvl="3" indent="-228594" algn="l" defTabSz="914377"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4pPr>
      <a:lvl5pPr marL="2057349" lvl="4" indent="-228594" algn="l" defTabSz="914377"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5pPr>
      <a:lvl6pPr marL="2514537" lvl="5" indent="-228594" algn="l" defTabSz="914377"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6pPr>
      <a:lvl7pPr marL="2971726" lvl="6" indent="-228594" algn="l" defTabSz="914377"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7pPr>
      <a:lvl8pPr marL="3428914" lvl="7" indent="-228594" algn="l" defTabSz="914377"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8pPr>
      <a:lvl9pPr marL="3886103" lvl="8" indent="-228594" algn="l" defTabSz="914377"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9pPr>
    </p:bodyStyle>
    <p:otherStyle>
      <a:lvl1pPr marL="0" lvl="0" indent="0" algn="l" defTabSz="914377" eaLnBrk="1" fontAlgn="base" latinLnBrk="0" hangingPunct="1">
        <a:lnSpc>
          <a:spcPct val="100000"/>
        </a:lnSpc>
        <a:spcBef>
          <a:spcPct val="0"/>
        </a:spcBef>
        <a:spcAft>
          <a:spcPct val="0"/>
        </a:spcAft>
        <a:buNone/>
        <a:defRPr sz="1800" b="0" i="0" u="none" kern="1200" baseline="0">
          <a:solidFill>
            <a:schemeClr val="tx1"/>
          </a:solidFill>
          <a:latin typeface="+mn-lt"/>
          <a:ea typeface="+mn-ea"/>
          <a:cs typeface="+mn-cs"/>
        </a:defRPr>
      </a:lvl1pPr>
      <a:lvl2pPr marL="457189" lvl="1" indent="0" algn="l" defTabSz="914377" eaLnBrk="1" fontAlgn="base" latinLnBrk="0" hangingPunct="1">
        <a:lnSpc>
          <a:spcPct val="100000"/>
        </a:lnSpc>
        <a:spcBef>
          <a:spcPct val="0"/>
        </a:spcBef>
        <a:spcAft>
          <a:spcPct val="0"/>
        </a:spcAft>
        <a:buNone/>
        <a:defRPr b="0" i="0" u="none" kern="1200" baseline="0">
          <a:solidFill>
            <a:schemeClr val="tx1"/>
          </a:solidFill>
          <a:latin typeface="Arial" panose="020B0604020202090204" pitchFamily="34" charset="0"/>
          <a:ea typeface="宋体" panose="02010600030101010101" pitchFamily="2" charset="-122"/>
          <a:cs typeface="+mn-cs"/>
        </a:defRPr>
      </a:lvl2pPr>
      <a:lvl3pPr marL="914377" lvl="2" indent="0" algn="l" defTabSz="914377" eaLnBrk="1" fontAlgn="base" latinLnBrk="0" hangingPunct="1">
        <a:lnSpc>
          <a:spcPct val="100000"/>
        </a:lnSpc>
        <a:spcBef>
          <a:spcPct val="0"/>
        </a:spcBef>
        <a:spcAft>
          <a:spcPct val="0"/>
        </a:spcAft>
        <a:buNone/>
        <a:defRPr b="0" i="0" u="none" kern="1200" baseline="0">
          <a:solidFill>
            <a:schemeClr val="tx1"/>
          </a:solidFill>
          <a:latin typeface="Arial" panose="020B0604020202090204" pitchFamily="34" charset="0"/>
          <a:ea typeface="宋体" panose="02010600030101010101" pitchFamily="2" charset="-122"/>
          <a:cs typeface="+mn-cs"/>
        </a:defRPr>
      </a:lvl3pPr>
      <a:lvl4pPr marL="1371566" lvl="3" indent="0" algn="l" defTabSz="914377" eaLnBrk="1" fontAlgn="base" latinLnBrk="0" hangingPunct="1">
        <a:lnSpc>
          <a:spcPct val="100000"/>
        </a:lnSpc>
        <a:spcBef>
          <a:spcPct val="0"/>
        </a:spcBef>
        <a:spcAft>
          <a:spcPct val="0"/>
        </a:spcAft>
        <a:buNone/>
        <a:defRPr b="0" i="0" u="none" kern="1200" baseline="0">
          <a:solidFill>
            <a:schemeClr val="tx1"/>
          </a:solidFill>
          <a:latin typeface="Arial" panose="020B0604020202090204" pitchFamily="34" charset="0"/>
          <a:ea typeface="宋体" panose="02010600030101010101" pitchFamily="2" charset="-122"/>
          <a:cs typeface="+mn-cs"/>
        </a:defRPr>
      </a:lvl4pPr>
      <a:lvl5pPr marL="1828754" lvl="4" indent="0" algn="l" defTabSz="914377" eaLnBrk="1" fontAlgn="base" latinLnBrk="0" hangingPunct="1">
        <a:lnSpc>
          <a:spcPct val="100000"/>
        </a:lnSpc>
        <a:spcBef>
          <a:spcPct val="0"/>
        </a:spcBef>
        <a:spcAft>
          <a:spcPct val="0"/>
        </a:spcAft>
        <a:buNone/>
        <a:defRPr b="0" i="0" u="none" kern="1200" baseline="0">
          <a:solidFill>
            <a:schemeClr val="tx1"/>
          </a:solidFill>
          <a:latin typeface="Arial" panose="020B0604020202090204" pitchFamily="34" charset="0"/>
          <a:ea typeface="宋体" panose="02010600030101010101" pitchFamily="2" charset="-122"/>
          <a:cs typeface="+mn-cs"/>
        </a:defRPr>
      </a:lvl5pPr>
      <a:lvl6pPr marL="2285943" lvl="5" indent="0" algn="l" defTabSz="914377" eaLnBrk="1" fontAlgn="base" latinLnBrk="0" hangingPunct="1">
        <a:lnSpc>
          <a:spcPct val="100000"/>
        </a:lnSpc>
        <a:spcBef>
          <a:spcPct val="0"/>
        </a:spcBef>
        <a:spcAft>
          <a:spcPct val="0"/>
        </a:spcAft>
        <a:buNone/>
        <a:defRPr b="0" i="0" u="none" kern="1200" baseline="0">
          <a:solidFill>
            <a:schemeClr val="tx1"/>
          </a:solidFill>
          <a:latin typeface="Arial" panose="020B0604020202090204" pitchFamily="34" charset="0"/>
          <a:ea typeface="宋体" panose="02010600030101010101" pitchFamily="2" charset="-122"/>
          <a:cs typeface="+mn-cs"/>
        </a:defRPr>
      </a:lvl6pPr>
      <a:lvl7pPr marL="2743131" lvl="6" indent="0" algn="l" defTabSz="914377" eaLnBrk="1" fontAlgn="base" latinLnBrk="0" hangingPunct="1">
        <a:lnSpc>
          <a:spcPct val="100000"/>
        </a:lnSpc>
        <a:spcBef>
          <a:spcPct val="0"/>
        </a:spcBef>
        <a:spcAft>
          <a:spcPct val="0"/>
        </a:spcAft>
        <a:buNone/>
        <a:defRPr b="0" i="0" u="none" kern="1200" baseline="0">
          <a:solidFill>
            <a:schemeClr val="tx1"/>
          </a:solidFill>
          <a:latin typeface="Arial" panose="020B0604020202090204" pitchFamily="34" charset="0"/>
          <a:ea typeface="宋体" panose="02010600030101010101" pitchFamily="2" charset="-122"/>
          <a:cs typeface="+mn-cs"/>
        </a:defRPr>
      </a:lvl7pPr>
      <a:lvl8pPr marL="3200320" lvl="7" indent="0" algn="l" defTabSz="914377" eaLnBrk="1" fontAlgn="base" latinLnBrk="0" hangingPunct="1">
        <a:lnSpc>
          <a:spcPct val="100000"/>
        </a:lnSpc>
        <a:spcBef>
          <a:spcPct val="0"/>
        </a:spcBef>
        <a:spcAft>
          <a:spcPct val="0"/>
        </a:spcAft>
        <a:buNone/>
        <a:defRPr b="0" i="0" u="none" kern="1200" baseline="0">
          <a:solidFill>
            <a:schemeClr val="tx1"/>
          </a:solidFill>
          <a:latin typeface="Arial" panose="020B0604020202090204" pitchFamily="34" charset="0"/>
          <a:ea typeface="宋体" panose="02010600030101010101" pitchFamily="2" charset="-122"/>
          <a:cs typeface="+mn-cs"/>
        </a:defRPr>
      </a:lvl8pPr>
      <a:lvl9pPr marL="3657509" lvl="8" indent="0" algn="l" defTabSz="914377" eaLnBrk="1" fontAlgn="base" latinLnBrk="0" hangingPunct="1">
        <a:lnSpc>
          <a:spcPct val="100000"/>
        </a:lnSpc>
        <a:spcBef>
          <a:spcPct val="0"/>
        </a:spcBef>
        <a:spcAft>
          <a:spcPct val="0"/>
        </a:spcAft>
        <a:buNone/>
        <a:defRPr b="0" i="0" u="none" kern="1200" baseline="0">
          <a:solidFill>
            <a:schemeClr val="tx1"/>
          </a:solidFill>
          <a:latin typeface="Arial" panose="020B0604020202090204" pitchFamily="34" charset="0"/>
          <a:ea typeface="宋体" panose="02010600030101010101" pitchFamily="2" charset="-122"/>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fld id="{81011B6F-EF2D-465A-830E-49C93EBC7008}" type="datetime1">
              <a:rPr kumimoji="0" lang="zh-CN" altLang="en-US" sz="1200" b="0" i="0" u="none" strike="noStrike" kern="1200" cap="none" spc="0" normalizeH="0" baseline="0" noProof="0" smtClean="0">
                <a:ln>
                  <a:noFill/>
                </a:ln>
                <a:solidFill>
                  <a:srgbClr val="000000">
                    <a:tint val="75000"/>
                  </a:srgbClr>
                </a:solidFill>
                <a:effectLst/>
                <a:uLnTx/>
                <a:uFillTx/>
                <a:latin typeface="Arial"/>
                <a:ea typeface="等线"/>
                <a:cs typeface="+mn-cs"/>
              </a:rPr>
              <a:pPr marL="0" marR="0" lvl="0" indent="0" algn="l" defTabSz="914400" rtl="0" eaLnBrk="1" fontAlgn="auto" latinLnBrk="0" hangingPunct="1">
                <a:lnSpc>
                  <a:spcPct val="100000"/>
                </a:lnSpc>
                <a:spcBef>
                  <a:spcPts val="0"/>
                </a:spcBef>
                <a:spcAft>
                  <a:spcPts val="0"/>
                </a:spcAft>
                <a:buClrTx/>
                <a:buSzTx/>
                <a:buFontTx/>
                <a:buNone/>
                <a:tabLst/>
                <a:defRPr/>
              </a:pPr>
              <a:t>2025/9/23</a:t>
            </a:fld>
            <a:endParaRPr kumimoji="0" lang="zh-CN" altLang="en-US" sz="1200" b="0" i="0" u="none" strike="noStrike" kern="1200" cap="none" spc="0" normalizeH="0" baseline="0" noProof="0">
              <a:ln>
                <a:noFill/>
              </a:ln>
              <a:solidFill>
                <a:srgbClr val="000000">
                  <a:tint val="75000"/>
                </a:srgbClr>
              </a:solidFill>
              <a:effectLst/>
              <a:uLnTx/>
              <a:uFillTx/>
              <a:latin typeface="Arial"/>
              <a:ea typeface="等线"/>
              <a:cs typeface="+mn-cs"/>
            </a:endParaRPr>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200" b="0" i="0" u="none" strike="noStrike" kern="1200" cap="none" spc="0" normalizeH="0" baseline="0" noProof="0">
                <a:ln>
                  <a:noFill/>
                </a:ln>
                <a:solidFill>
                  <a:srgbClr val="000000">
                    <a:tint val="75000"/>
                  </a:srgbClr>
                </a:solidFill>
                <a:effectLst/>
                <a:uLnTx/>
                <a:uFillTx/>
                <a:latin typeface="Arial"/>
                <a:ea typeface="等线"/>
                <a:cs typeface="+mn-cs"/>
              </a:rPr>
              <a:t>1</a:t>
            </a:r>
            <a:endParaRPr kumimoji="0" lang="zh-CN" altLang="en-US" sz="1200" b="0" i="0" u="none" strike="noStrike" kern="1200" cap="none" spc="0" normalizeH="0" baseline="0" noProof="0">
              <a:ln>
                <a:noFill/>
              </a:ln>
              <a:solidFill>
                <a:srgbClr val="000000">
                  <a:tint val="75000"/>
                </a:srgbClr>
              </a:solidFill>
              <a:effectLst/>
              <a:uLnTx/>
              <a:uFillTx/>
              <a:latin typeface="Arial"/>
              <a:ea typeface="等线"/>
              <a:cs typeface="+mn-cs"/>
            </a:endParaRPr>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FBB30AEE-B2AD-48F0-B521-48022C37D5A9}" type="slidenum">
              <a:rPr kumimoji="0" lang="zh-CN" altLang="en-US" sz="1200" b="0" i="0" u="none" strike="noStrike" kern="1200" cap="none" spc="0" normalizeH="0" baseline="0" noProof="0" smtClean="0">
                <a:ln>
                  <a:noFill/>
                </a:ln>
                <a:solidFill>
                  <a:srgbClr val="000000">
                    <a:tint val="75000"/>
                  </a:srgbClr>
                </a:solidFill>
                <a:effectLst/>
                <a:uLnTx/>
                <a:uFillTx/>
                <a:latin typeface="Arial"/>
                <a:ea typeface="等线"/>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zh-CN" altLang="en-US" sz="1200" b="0" i="0" u="none" strike="noStrike" kern="1200" cap="none" spc="0" normalizeH="0" baseline="0" noProof="0">
              <a:ln>
                <a:noFill/>
              </a:ln>
              <a:solidFill>
                <a:srgbClr val="000000">
                  <a:tint val="75000"/>
                </a:srgbClr>
              </a:solidFill>
              <a:effectLst/>
              <a:uLnTx/>
              <a:uFillTx/>
              <a:latin typeface="Arial"/>
              <a:ea typeface="等线"/>
              <a:cs typeface="+mn-cs"/>
            </a:endParaRPr>
          </a:p>
        </p:txBody>
      </p:sp>
    </p:spTree>
    <p:extLst>
      <p:ext uri="{BB962C8B-B14F-4D97-AF65-F5344CB8AC3E}">
        <p14:creationId xmlns:p14="http://schemas.microsoft.com/office/powerpoint/2010/main" val="2765949792"/>
      </p:ext>
    </p:extLst>
  </p:cSld>
  <p:clrMap bg1="lt1" tx1="dk1" bg2="lt2" tx2="dk2" accent1="accent1" accent2="accent2" accent3="accent3" accent4="accent4" accent5="accent5" accent6="accent6" hlink="hlink" folHlink="folHlink"/>
  <p:sldLayoutIdLst>
    <p:sldLayoutId id="2147483674" r:id="rId1"/>
    <p:sldLayoutId id="2147483675" r:id="rId2"/>
    <p:sldLayoutId id="2147483676" r:id="rId3"/>
    <p:sldLayoutId id="2147483677" r:id="rId4"/>
    <p:sldLayoutId id="2147483678" r:id="rId5"/>
    <p:sldLayoutId id="2147483679" r:id="rId6"/>
    <p:sldLayoutId id="2147483680" r:id="rId7"/>
    <p:sldLayoutId id="2147483681" r:id="rId8"/>
    <p:sldLayoutId id="2147483682" r:id="rId9"/>
    <p:sldLayoutId id="2147483683" r:id="rId10"/>
    <p:sldLayoutId id="2147483684" r:id="rId11"/>
  </p:sldLayoutIdLst>
  <p:transition spd="slow"/>
  <p:hf sldNum="0"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9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9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9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14.xml"/></Relationships>
</file>

<file path=ppt/slides/_rels/slide5.xml.rels><?xml version="1.0" encoding="UTF-8" standalone="yes"?>
<Relationships xmlns="http://schemas.openxmlformats.org/package/2006/relationships"><Relationship Id="rId3" Type="http://schemas.openxmlformats.org/officeDocument/2006/relationships/hyperlink" Target="http://www.gdal.org/org/" TargetMode="External"/><Relationship Id="rId2" Type="http://schemas.openxmlformats.org/officeDocument/2006/relationships/hyperlink" Target="http://www.gdal.org/" TargetMode="External"/><Relationship Id="rId1" Type="http://schemas.openxmlformats.org/officeDocument/2006/relationships/slideLayout" Target="../slideLayouts/slideLayout14.xml"/><Relationship Id="rId5" Type="http://schemas.openxmlformats.org/officeDocument/2006/relationships/hyperlink" Target="https://pcjericks.github.io/py-gdalogr-cookbook/" TargetMode="External"/><Relationship Id="rId4" Type="http://schemas.openxmlformats.org/officeDocument/2006/relationships/hyperlink" Target="http://numpy.scipy.org/" TargetMode="Externa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14.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hyperlink" Target="https://www.lfd.uci.edu/~gohlke/pythonlibs/#gdal" TargetMode="External"/><Relationship Id="rId1" Type="http://schemas.openxmlformats.org/officeDocument/2006/relationships/slideLayout" Target="../slideLayouts/slideLayout14.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hyperlink" Target="https://www.lfd.uci.edu/~gohlke/pythonlibs/#gdal" TargetMode="External"/><Relationship Id="rId1" Type="http://schemas.openxmlformats.org/officeDocument/2006/relationships/slideLayout" Target="../slideLayouts/slideLayout1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4.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7.xml.rels><?xml version="1.0" encoding="UTF-8" standalone="yes"?>
<Relationships xmlns="http://schemas.openxmlformats.org/package/2006/relationships"><Relationship Id="rId3" Type="http://schemas.openxmlformats.org/officeDocument/2006/relationships/hyperlink" Target="https://www.osgeo.cn/gdal/tutorials/geotransforms_tut.html" TargetMode="External"/><Relationship Id="rId2" Type="http://schemas.openxmlformats.org/officeDocument/2006/relationships/notesSlide" Target="../notesSlides/notesSlide7.xml"/><Relationship Id="rId1" Type="http://schemas.openxmlformats.org/officeDocument/2006/relationships/slideLayout" Target="../slideLayouts/slideLayout14.xml"/></Relationships>
</file>

<file path=ppt/slides/_rels/slide1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8.xml"/><Relationship Id="rId1" Type="http://schemas.openxmlformats.org/officeDocument/2006/relationships/slideLayout" Target="../slideLayouts/slideLayout14.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4.xml"/></Relationships>
</file>

<file path=ppt/slides/_rels/slide2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4.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4.xml"/></Relationships>
</file>

<file path=ppt/slides/_rels/slide2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4.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4.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4.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4.xml"/></Relationships>
</file>

<file path=ppt/slides/_rels/slide2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4.xml"/><Relationship Id="rId1" Type="http://schemas.openxmlformats.org/officeDocument/2006/relationships/slideLayout" Target="../slideLayouts/slideLayout14.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4.xml"/></Relationships>
</file>

<file path=ppt/slides/_rels/slide2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6.xml"/><Relationship Id="rId1" Type="http://schemas.openxmlformats.org/officeDocument/2006/relationships/slideLayout" Target="../slideLayouts/slideLayout14.xml"/><Relationship Id="rId4" Type="http://schemas.openxmlformats.org/officeDocument/2006/relationships/image" Target="../media/image12.png"/></Relationships>
</file>

<file path=ppt/slides/_rels/slide2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7.xml"/><Relationship Id="rId1" Type="http://schemas.openxmlformats.org/officeDocument/2006/relationships/slideLayout" Target="../slideLayouts/slideLayout14.xml"/></Relationships>
</file>

<file path=ppt/slides/_rels/slide30.xml.rels><?xml version="1.0" encoding="UTF-8" standalone="yes"?>
<Relationships xmlns="http://schemas.openxmlformats.org/package/2006/relationships"><Relationship Id="rId3" Type="http://schemas.openxmlformats.org/officeDocument/2006/relationships/image" Target="../media/image120.png"/><Relationship Id="rId2" Type="http://schemas.openxmlformats.org/officeDocument/2006/relationships/notesSlide" Target="../notesSlides/notesSlide18.xml"/><Relationship Id="rId1" Type="http://schemas.openxmlformats.org/officeDocument/2006/relationships/slideLayout" Target="../slideLayouts/slideLayout14.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4.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4.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6"/>
          <p:cNvSpPr/>
          <p:nvPr userDrawn="1"/>
        </p:nvSpPr>
        <p:spPr>
          <a:xfrm>
            <a:off x="0" y="1772156"/>
            <a:ext cx="12187054" cy="1794243"/>
          </a:xfrm>
          <a:prstGeom prst="rect">
            <a:avLst/>
          </a:prstGeom>
          <a:solidFill>
            <a:srgbClr val="00582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2" name="文本框 11">
            <a:extLst>
              <a:ext uri="{FF2B5EF4-FFF2-40B4-BE49-F238E27FC236}">
                <a16:creationId xmlns:a16="http://schemas.microsoft.com/office/drawing/2014/main" id="{F4B24D44-5A02-4BF7-9F07-D6538C4E4CFB}"/>
              </a:ext>
            </a:extLst>
          </p:cNvPr>
          <p:cNvSpPr txBox="1"/>
          <p:nvPr/>
        </p:nvSpPr>
        <p:spPr>
          <a:xfrm>
            <a:off x="927961" y="1938312"/>
            <a:ext cx="10375821" cy="1191993"/>
          </a:xfrm>
          <a:prstGeom prst="rect">
            <a:avLst/>
          </a:prstGeom>
          <a:noFill/>
        </p:spPr>
        <p:txBody>
          <a:bodyPr wrap="square">
            <a:spAutoFit/>
          </a:bodyPr>
          <a:lstStyle/>
          <a:p>
            <a:pPr algn="ctr" defTabSz="914377" fontAlgn="base">
              <a:lnSpc>
                <a:spcPct val="150000"/>
              </a:lnSpc>
              <a:spcBef>
                <a:spcPct val="0"/>
              </a:spcBef>
              <a:spcAft>
                <a:spcPct val="0"/>
              </a:spcAft>
            </a:pPr>
            <a:r>
              <a:rPr lang="en-US" altLang="zh-CN" sz="5400" b="1" kern="100" dirty="0" smtClean="0">
                <a:solidFill>
                  <a:schemeClr val="bg1"/>
                </a:solidFill>
                <a:latin typeface="微软雅黑" panose="020B0503020204020204" pitchFamily="34" charset="-122"/>
                <a:ea typeface="微软雅黑" panose="020B0503020204020204" pitchFamily="34" charset="-122"/>
                <a:cs typeface="仿宋" panose="02010609060101010101" pitchFamily="49" charset="-122"/>
              </a:rPr>
              <a:t>GDAL</a:t>
            </a:r>
            <a:r>
              <a:rPr lang="zh-CN" altLang="en-US" sz="5400" b="1" kern="100" dirty="0" smtClean="0">
                <a:solidFill>
                  <a:schemeClr val="bg1"/>
                </a:solidFill>
                <a:latin typeface="微软雅黑" panose="020B0503020204020204" pitchFamily="34" charset="-122"/>
                <a:ea typeface="微软雅黑" panose="020B0503020204020204" pitchFamily="34" charset="-122"/>
                <a:cs typeface="仿宋" panose="02010609060101010101" pitchFamily="49" charset="-122"/>
              </a:rPr>
              <a:t>操作栅格数据</a:t>
            </a:r>
            <a:endParaRPr lang="en-US" altLang="zh-CN" sz="5400" b="1" kern="100" dirty="0">
              <a:solidFill>
                <a:schemeClr val="bg1"/>
              </a:solidFill>
              <a:latin typeface="微软雅黑" panose="020B0503020204020204" pitchFamily="34" charset="-122"/>
              <a:ea typeface="微软雅黑" panose="020B0503020204020204" pitchFamily="34" charset="-122"/>
              <a:cs typeface="仿宋" panose="02010609060101010101" pitchFamily="49" charset="-122"/>
            </a:endParaRPr>
          </a:p>
        </p:txBody>
      </p:sp>
      <p:sp>
        <p:nvSpPr>
          <p:cNvPr id="14" name="文本框 13">
            <a:extLst>
              <a:ext uri="{FF2B5EF4-FFF2-40B4-BE49-F238E27FC236}">
                <a16:creationId xmlns:a16="http://schemas.microsoft.com/office/drawing/2014/main" id="{3DEF9987-8C74-42DD-8457-C4BEA5DE63AA}"/>
              </a:ext>
            </a:extLst>
          </p:cNvPr>
          <p:cNvSpPr txBox="1"/>
          <p:nvPr/>
        </p:nvSpPr>
        <p:spPr>
          <a:xfrm>
            <a:off x="5112328" y="5634146"/>
            <a:ext cx="1962397" cy="523220"/>
          </a:xfrm>
          <a:prstGeom prst="rect">
            <a:avLst/>
          </a:prstGeom>
          <a:noFill/>
        </p:spPr>
        <p:txBody>
          <a:bodyPr wrap="none" rtlCol="0">
            <a:spAutoFit/>
          </a:bodyPr>
          <a:lstStyle/>
          <a:p>
            <a:pPr defTabSz="914377" fontAlgn="base">
              <a:spcBef>
                <a:spcPct val="0"/>
              </a:spcBef>
              <a:spcAft>
                <a:spcPct val="0"/>
              </a:spcAft>
            </a:pPr>
            <a:fld id="{5E18C867-1F19-1E4D-8B9B-98AA283D003A}" type="datetime1">
              <a:rPr lang="zh-CN" altLang="en-US" sz="2800" smtClean="0">
                <a:solidFill>
                  <a:srgbClr val="000000"/>
                </a:solidFill>
                <a:latin typeface="Microsoft YaHei" panose="020B0503020204020204" pitchFamily="34" charset="-122"/>
                <a:ea typeface="Microsoft YaHei" panose="020B0503020204020204" pitchFamily="34" charset="-122"/>
              </a:rPr>
              <a:pPr defTabSz="914377" fontAlgn="base">
                <a:spcBef>
                  <a:spcPct val="0"/>
                </a:spcBef>
                <a:spcAft>
                  <a:spcPct val="0"/>
                </a:spcAft>
              </a:pPr>
              <a:t>2025/9/23</a:t>
            </a:fld>
            <a:endParaRPr lang="zh-CN" altLang="en-US" sz="2800" dirty="0">
              <a:solidFill>
                <a:srgbClr val="000000"/>
              </a:solidFill>
              <a:latin typeface="Microsoft YaHei" panose="020B0503020204020204" pitchFamily="34" charset="-122"/>
              <a:ea typeface="Microsoft YaHei" panose="020B0503020204020204" pitchFamily="34" charset="-122"/>
            </a:endParaRPr>
          </a:p>
        </p:txBody>
      </p:sp>
      <p:sp>
        <p:nvSpPr>
          <p:cNvPr id="2" name="文本框 1"/>
          <p:cNvSpPr txBox="1"/>
          <p:nvPr/>
        </p:nvSpPr>
        <p:spPr>
          <a:xfrm>
            <a:off x="1649118" y="3854884"/>
            <a:ext cx="8888818" cy="1384995"/>
          </a:xfrm>
          <a:prstGeom prst="rect">
            <a:avLst/>
          </a:prstGeom>
          <a:noFill/>
        </p:spPr>
        <p:txBody>
          <a:bodyPr wrap="square" rtlCol="0">
            <a:spAutoFit/>
          </a:bodyPr>
          <a:lstStyle/>
          <a:p>
            <a:pPr algn="ctr">
              <a:lnSpc>
                <a:spcPct val="150000"/>
              </a:lnSpc>
            </a:pPr>
            <a:r>
              <a:rPr lang="zh-CN" altLang="en-US" sz="2800" kern="100" dirty="0" smtClean="0">
                <a:solidFill>
                  <a:srgbClr val="000000"/>
                </a:solidFill>
                <a:latin typeface="微软雅黑" panose="020B0503020204020204" pitchFamily="34" charset="-122"/>
                <a:ea typeface="微软雅黑" panose="020B0503020204020204" pitchFamily="34" charset="-122"/>
              </a:rPr>
              <a:t>董娜  </a:t>
            </a:r>
            <a:r>
              <a:rPr lang="zh-CN" altLang="en-US" sz="2800" kern="100" dirty="0" smtClean="0">
                <a:solidFill>
                  <a:srgbClr val="000000"/>
                </a:solidFill>
                <a:latin typeface="微软雅黑" panose="020B0503020204020204" pitchFamily="34" charset="-122"/>
                <a:ea typeface="微软雅黑" panose="020B0503020204020204" pitchFamily="34" charset="-122"/>
              </a:rPr>
              <a:t> </a:t>
            </a:r>
            <a:endParaRPr lang="en-US" altLang="zh-CN" sz="2800" kern="100" dirty="0" smtClean="0">
              <a:solidFill>
                <a:srgbClr val="000000"/>
              </a:solidFill>
              <a:latin typeface="微软雅黑" panose="020B0503020204020204" pitchFamily="34" charset="-122"/>
              <a:ea typeface="微软雅黑" panose="020B0503020204020204" pitchFamily="34" charset="-122"/>
            </a:endParaRPr>
          </a:p>
          <a:p>
            <a:pPr algn="ctr">
              <a:lnSpc>
                <a:spcPct val="150000"/>
              </a:lnSpc>
            </a:pPr>
            <a:r>
              <a:rPr lang="en-US" altLang="zh-CN" sz="2800" u="sng" kern="100" dirty="0" smtClean="0">
                <a:solidFill>
                  <a:srgbClr val="0070C0"/>
                </a:solidFill>
                <a:latin typeface="微软雅黑" panose="020B0503020204020204" pitchFamily="34" charset="-122"/>
                <a:ea typeface="微软雅黑" panose="020B0503020204020204" pitchFamily="34" charset="-122"/>
              </a:rPr>
              <a:t>dongn6@mail.sysu.edu.cn</a:t>
            </a:r>
            <a:endParaRPr lang="zh-CN" altLang="en-US" sz="2800" u="sng" dirty="0">
              <a:solidFill>
                <a:srgbClr val="0070C0"/>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1761840478"/>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标题 1"/>
          <p:cNvSpPr txBox="1">
            <a:spLocks/>
          </p:cNvSpPr>
          <p:nvPr/>
        </p:nvSpPr>
        <p:spPr>
          <a:xfrm>
            <a:off x="838200" y="148859"/>
            <a:ext cx="11353800" cy="714357"/>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zh-CN" altLang="en-US" sz="4000" b="1" i="0" u="none" strike="noStrike" kern="120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j-cs"/>
              </a:rPr>
              <a:t>内容</a:t>
            </a:r>
          </a:p>
        </p:txBody>
      </p:sp>
      <p:sp>
        <p:nvSpPr>
          <p:cNvPr id="3" name="内容占位符 2"/>
          <p:cNvSpPr>
            <a:spLocks noGrp="1"/>
          </p:cNvSpPr>
          <p:nvPr>
            <p:ph idx="1"/>
          </p:nvPr>
        </p:nvSpPr>
        <p:spPr>
          <a:xfrm>
            <a:off x="922406" y="965004"/>
            <a:ext cx="10515600" cy="5405120"/>
          </a:xfrm>
        </p:spPr>
        <p:txBody>
          <a:bodyPr>
            <a:noAutofit/>
          </a:bodyPr>
          <a:lstStyle/>
          <a:p>
            <a:pPr>
              <a:lnSpc>
                <a:spcPct val="100000"/>
              </a:lnSpc>
            </a:pPr>
            <a:r>
              <a:rPr lang="en-US" altLang="zh-CN" sz="2400" dirty="0" smtClean="0"/>
              <a:t>1. GDAL</a:t>
            </a:r>
            <a:r>
              <a:rPr lang="zh-CN" altLang="en-US" sz="2400" dirty="0" smtClean="0"/>
              <a:t>介绍</a:t>
            </a:r>
            <a:endParaRPr lang="en-US" altLang="zh-CN" sz="2400" dirty="0" smtClean="0"/>
          </a:p>
          <a:p>
            <a:pPr lvl="1">
              <a:lnSpc>
                <a:spcPct val="100000"/>
              </a:lnSpc>
            </a:pPr>
            <a:r>
              <a:rPr lang="en-US" altLang="zh-CN" dirty="0" smtClean="0"/>
              <a:t>GDAL</a:t>
            </a:r>
            <a:r>
              <a:rPr lang="zh-CN" altLang="en-US" dirty="0" smtClean="0"/>
              <a:t>的功能与特征</a:t>
            </a:r>
            <a:endParaRPr lang="en-US" altLang="zh-CN" dirty="0" smtClean="0"/>
          </a:p>
          <a:p>
            <a:pPr lvl="1">
              <a:lnSpc>
                <a:spcPct val="100000"/>
              </a:lnSpc>
            </a:pPr>
            <a:r>
              <a:rPr lang="zh-CN" altLang="en-US" dirty="0" smtClean="0"/>
              <a:t>在</a:t>
            </a:r>
            <a:r>
              <a:rPr lang="en-US" altLang="zh-CN" dirty="0" smtClean="0"/>
              <a:t>Python</a:t>
            </a:r>
            <a:r>
              <a:rPr lang="zh-CN" altLang="en-US" dirty="0" smtClean="0"/>
              <a:t>中使用</a:t>
            </a:r>
            <a:r>
              <a:rPr lang="en-US" altLang="zh-CN" dirty="0" smtClean="0"/>
              <a:t>GDAL</a:t>
            </a:r>
          </a:p>
          <a:p>
            <a:pPr lvl="1">
              <a:lnSpc>
                <a:spcPct val="100000"/>
              </a:lnSpc>
            </a:pPr>
            <a:endParaRPr lang="en-US" altLang="zh-CN" dirty="0"/>
          </a:p>
          <a:p>
            <a:pPr>
              <a:lnSpc>
                <a:spcPct val="100000"/>
              </a:lnSpc>
            </a:pPr>
            <a:r>
              <a:rPr lang="en-US" altLang="zh-CN" sz="2400" dirty="0" smtClean="0"/>
              <a:t>2. </a:t>
            </a:r>
            <a:r>
              <a:rPr lang="zh-CN" altLang="en-US" sz="2400" dirty="0" smtClean="0"/>
              <a:t>使用</a:t>
            </a:r>
            <a:r>
              <a:rPr lang="en-US" altLang="zh-CN" sz="2400" dirty="0" smtClean="0"/>
              <a:t>GDAL</a:t>
            </a:r>
            <a:r>
              <a:rPr lang="zh-CN" altLang="en-US" sz="2400" dirty="0" smtClean="0"/>
              <a:t>读取数据</a:t>
            </a:r>
            <a:endParaRPr lang="en-US" altLang="zh-CN" sz="2400" dirty="0" smtClean="0"/>
          </a:p>
          <a:p>
            <a:pPr lvl="1">
              <a:lnSpc>
                <a:spcPct val="100000"/>
              </a:lnSpc>
            </a:pPr>
            <a:r>
              <a:rPr lang="en-US" altLang="zh-CN" dirty="0" smtClean="0"/>
              <a:t>GDAL</a:t>
            </a:r>
            <a:r>
              <a:rPr lang="zh-CN" altLang="en-US" dirty="0" smtClean="0"/>
              <a:t>读取数据集</a:t>
            </a:r>
            <a:endParaRPr lang="en-US" altLang="zh-CN" dirty="0" smtClean="0"/>
          </a:p>
          <a:p>
            <a:pPr lvl="1">
              <a:lnSpc>
                <a:spcPct val="100000"/>
              </a:lnSpc>
            </a:pPr>
            <a:r>
              <a:rPr lang="zh-CN" altLang="en-US" dirty="0" smtClean="0"/>
              <a:t>读取栅格数据波段</a:t>
            </a:r>
            <a:endParaRPr lang="en-US" altLang="zh-CN" dirty="0" smtClean="0"/>
          </a:p>
          <a:p>
            <a:pPr lvl="1">
              <a:lnSpc>
                <a:spcPct val="100000"/>
              </a:lnSpc>
            </a:pPr>
            <a:r>
              <a:rPr lang="en-US" altLang="zh-CN" dirty="0" smtClean="0"/>
              <a:t>GDAL</a:t>
            </a:r>
            <a:r>
              <a:rPr lang="zh-CN" altLang="en-US" dirty="0" smtClean="0"/>
              <a:t>读取数据</a:t>
            </a:r>
            <a:endParaRPr lang="en-US" altLang="zh-CN" dirty="0" smtClean="0"/>
          </a:p>
          <a:p>
            <a:pPr lvl="1">
              <a:lnSpc>
                <a:spcPct val="100000"/>
              </a:lnSpc>
            </a:pPr>
            <a:endParaRPr lang="en-US" altLang="zh-CN" dirty="0" smtClean="0"/>
          </a:p>
          <a:p>
            <a:pPr>
              <a:lnSpc>
                <a:spcPct val="100000"/>
              </a:lnSpc>
            </a:pPr>
            <a:r>
              <a:rPr lang="en-US" altLang="zh-CN" sz="2400" dirty="0"/>
              <a:t>3</a:t>
            </a:r>
            <a:r>
              <a:rPr lang="en-US" altLang="zh-CN" sz="2400" dirty="0" smtClean="0"/>
              <a:t>. </a:t>
            </a:r>
            <a:r>
              <a:rPr lang="zh-CN" altLang="en-US" sz="2400" dirty="0" smtClean="0"/>
              <a:t>使用</a:t>
            </a:r>
            <a:r>
              <a:rPr lang="en-US" altLang="zh-CN" sz="2400" dirty="0" smtClean="0"/>
              <a:t>GDAL</a:t>
            </a:r>
            <a:r>
              <a:rPr lang="zh-CN" altLang="en-US" sz="2400" dirty="0" smtClean="0"/>
              <a:t>写数据</a:t>
            </a:r>
            <a:endParaRPr lang="en-US" altLang="zh-CN" sz="2400" dirty="0" smtClean="0"/>
          </a:p>
          <a:p>
            <a:pPr lvl="1">
              <a:lnSpc>
                <a:spcPct val="100000"/>
              </a:lnSpc>
            </a:pPr>
            <a:r>
              <a:rPr lang="en-US" altLang="zh-CN" dirty="0" smtClean="0"/>
              <a:t>GDAL</a:t>
            </a:r>
            <a:r>
              <a:rPr lang="zh-CN" altLang="en-US" dirty="0" smtClean="0"/>
              <a:t>写数据的基本方法</a:t>
            </a:r>
            <a:endParaRPr lang="en-US" altLang="zh-CN" dirty="0" smtClean="0"/>
          </a:p>
          <a:p>
            <a:pPr lvl="1">
              <a:lnSpc>
                <a:spcPct val="100000"/>
              </a:lnSpc>
            </a:pPr>
            <a:r>
              <a:rPr lang="zh-CN" altLang="en-US" dirty="0" smtClean="0"/>
              <a:t>使用</a:t>
            </a:r>
            <a:r>
              <a:rPr lang="en-US" altLang="zh-CN" dirty="0" err="1" smtClean="0"/>
              <a:t>CreateCopy</a:t>
            </a:r>
            <a:r>
              <a:rPr lang="zh-CN" altLang="en-US" dirty="0" smtClean="0"/>
              <a:t>函数创建影像</a:t>
            </a:r>
            <a:endParaRPr lang="en-US" altLang="zh-CN" dirty="0" smtClean="0"/>
          </a:p>
          <a:p>
            <a:pPr lvl="1">
              <a:lnSpc>
                <a:spcPct val="100000"/>
              </a:lnSpc>
            </a:pPr>
            <a:r>
              <a:rPr lang="zh-CN" altLang="en-US" dirty="0" smtClean="0"/>
              <a:t>使用</a:t>
            </a:r>
            <a:r>
              <a:rPr lang="en-US" altLang="zh-CN" dirty="0" smtClean="0"/>
              <a:t>Create</a:t>
            </a:r>
            <a:r>
              <a:rPr lang="zh-CN" altLang="en-US" dirty="0" smtClean="0"/>
              <a:t>函数创建影像</a:t>
            </a:r>
            <a:endParaRPr lang="zh-CN" altLang="en-US" dirty="0"/>
          </a:p>
        </p:txBody>
      </p:sp>
    </p:spTree>
    <p:extLst>
      <p:ext uri="{BB962C8B-B14F-4D97-AF65-F5344CB8AC3E}">
        <p14:creationId xmlns:p14="http://schemas.microsoft.com/office/powerpoint/2010/main" val="369335785"/>
      </p:ext>
    </p:extLst>
  </p:cSld>
  <p:clrMapOvr>
    <a:masterClrMapping/>
  </p:clrMapOvr>
  <p:transition spd="slow"/>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1003738" y="927983"/>
            <a:ext cx="4373880" cy="539496"/>
          </a:xfrm>
          <a:prstGeom prst="rect">
            <a:avLst/>
          </a:prstGeom>
          <a:solidFill>
            <a:srgbClr val="00582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latin typeface="Arial"/>
              <a:ea typeface="等线"/>
              <a:cs typeface="+mn-cs"/>
            </a:endParaRPr>
          </a:p>
        </p:txBody>
      </p:sp>
      <p:sp>
        <p:nvSpPr>
          <p:cNvPr id="9" name="标题 1"/>
          <p:cNvSpPr txBox="1">
            <a:spLocks/>
          </p:cNvSpPr>
          <p:nvPr/>
        </p:nvSpPr>
        <p:spPr>
          <a:xfrm>
            <a:off x="838200" y="148859"/>
            <a:ext cx="11353800" cy="714357"/>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zh-CN" altLang="en-US" sz="4000" b="1" i="0" u="none" strike="noStrike" kern="120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j-cs"/>
              </a:rPr>
              <a:t>内容</a:t>
            </a:r>
          </a:p>
        </p:txBody>
      </p:sp>
      <p:sp>
        <p:nvSpPr>
          <p:cNvPr id="3" name="内容占位符 2"/>
          <p:cNvSpPr>
            <a:spLocks noGrp="1"/>
          </p:cNvSpPr>
          <p:nvPr>
            <p:ph idx="1"/>
          </p:nvPr>
        </p:nvSpPr>
        <p:spPr>
          <a:xfrm>
            <a:off x="1003738" y="999874"/>
            <a:ext cx="10515600" cy="5405120"/>
          </a:xfrm>
        </p:spPr>
        <p:txBody>
          <a:bodyPr>
            <a:noAutofit/>
          </a:bodyPr>
          <a:lstStyle/>
          <a:p>
            <a:pPr>
              <a:lnSpc>
                <a:spcPct val="100000"/>
              </a:lnSpc>
            </a:pPr>
            <a:r>
              <a:rPr lang="en-US" altLang="zh-CN" sz="2400" b="1" dirty="0" smtClean="0">
                <a:solidFill>
                  <a:schemeClr val="bg1"/>
                </a:solidFill>
              </a:rPr>
              <a:t>1. GDAL</a:t>
            </a:r>
            <a:r>
              <a:rPr lang="zh-CN" altLang="en-US" sz="2400" b="1" dirty="0" smtClean="0">
                <a:solidFill>
                  <a:schemeClr val="bg1"/>
                </a:solidFill>
              </a:rPr>
              <a:t>介绍</a:t>
            </a:r>
            <a:endParaRPr lang="en-US" altLang="zh-CN" sz="2400" b="1" dirty="0" smtClean="0">
              <a:solidFill>
                <a:schemeClr val="bg1"/>
              </a:solidFill>
            </a:endParaRPr>
          </a:p>
          <a:p>
            <a:pPr lvl="1">
              <a:lnSpc>
                <a:spcPct val="100000"/>
              </a:lnSpc>
            </a:pPr>
            <a:r>
              <a:rPr lang="en-US" altLang="zh-CN" dirty="0" smtClean="0"/>
              <a:t>GDAL</a:t>
            </a:r>
            <a:r>
              <a:rPr lang="zh-CN" altLang="en-US" dirty="0" smtClean="0"/>
              <a:t>的功能与特征</a:t>
            </a:r>
            <a:endParaRPr lang="en-US" altLang="zh-CN" dirty="0" smtClean="0"/>
          </a:p>
          <a:p>
            <a:pPr lvl="1">
              <a:lnSpc>
                <a:spcPct val="100000"/>
              </a:lnSpc>
            </a:pPr>
            <a:r>
              <a:rPr lang="zh-CN" altLang="en-US" dirty="0" smtClean="0"/>
              <a:t>在</a:t>
            </a:r>
            <a:r>
              <a:rPr lang="en-US" altLang="zh-CN" dirty="0" smtClean="0"/>
              <a:t>Python</a:t>
            </a:r>
            <a:r>
              <a:rPr lang="zh-CN" altLang="en-US" dirty="0" smtClean="0"/>
              <a:t>中使用</a:t>
            </a:r>
            <a:r>
              <a:rPr lang="en-US" altLang="zh-CN" dirty="0" smtClean="0"/>
              <a:t>GDAL</a:t>
            </a:r>
          </a:p>
          <a:p>
            <a:pPr lvl="1">
              <a:lnSpc>
                <a:spcPct val="100000"/>
              </a:lnSpc>
            </a:pPr>
            <a:endParaRPr lang="en-US" altLang="zh-CN" dirty="0"/>
          </a:p>
          <a:p>
            <a:pPr>
              <a:lnSpc>
                <a:spcPct val="100000"/>
              </a:lnSpc>
            </a:pPr>
            <a:r>
              <a:rPr lang="en-US" altLang="zh-CN" sz="2400" dirty="0" smtClean="0"/>
              <a:t>2. </a:t>
            </a:r>
            <a:r>
              <a:rPr lang="zh-CN" altLang="en-US" sz="2400" dirty="0" smtClean="0"/>
              <a:t>使用</a:t>
            </a:r>
            <a:r>
              <a:rPr lang="en-US" altLang="zh-CN" sz="2400" dirty="0" smtClean="0"/>
              <a:t>GDAL</a:t>
            </a:r>
            <a:r>
              <a:rPr lang="zh-CN" altLang="en-US" sz="2400" dirty="0" smtClean="0"/>
              <a:t>读取数据</a:t>
            </a:r>
            <a:endParaRPr lang="en-US" altLang="zh-CN" sz="2400" dirty="0" smtClean="0"/>
          </a:p>
          <a:p>
            <a:pPr lvl="1">
              <a:lnSpc>
                <a:spcPct val="100000"/>
              </a:lnSpc>
            </a:pPr>
            <a:r>
              <a:rPr lang="en-US" altLang="zh-CN" dirty="0" smtClean="0"/>
              <a:t>GDAL</a:t>
            </a:r>
            <a:r>
              <a:rPr lang="zh-CN" altLang="en-US" dirty="0" smtClean="0"/>
              <a:t>读取数据集</a:t>
            </a:r>
            <a:endParaRPr lang="en-US" altLang="zh-CN" dirty="0" smtClean="0"/>
          </a:p>
          <a:p>
            <a:pPr lvl="1">
              <a:lnSpc>
                <a:spcPct val="100000"/>
              </a:lnSpc>
            </a:pPr>
            <a:r>
              <a:rPr lang="zh-CN" altLang="en-US" dirty="0" smtClean="0"/>
              <a:t>读取栅格数据波段</a:t>
            </a:r>
            <a:endParaRPr lang="en-US" altLang="zh-CN" dirty="0" smtClean="0"/>
          </a:p>
          <a:p>
            <a:pPr lvl="1">
              <a:lnSpc>
                <a:spcPct val="100000"/>
              </a:lnSpc>
            </a:pPr>
            <a:r>
              <a:rPr lang="en-US" altLang="zh-CN" dirty="0" smtClean="0"/>
              <a:t>GDAL</a:t>
            </a:r>
            <a:r>
              <a:rPr lang="zh-CN" altLang="en-US" dirty="0" smtClean="0"/>
              <a:t>读取数据</a:t>
            </a:r>
            <a:endParaRPr lang="en-US" altLang="zh-CN" dirty="0" smtClean="0"/>
          </a:p>
          <a:p>
            <a:pPr lvl="1">
              <a:lnSpc>
                <a:spcPct val="100000"/>
              </a:lnSpc>
            </a:pPr>
            <a:endParaRPr lang="en-US" altLang="zh-CN" dirty="0" smtClean="0"/>
          </a:p>
          <a:p>
            <a:pPr>
              <a:lnSpc>
                <a:spcPct val="100000"/>
              </a:lnSpc>
            </a:pPr>
            <a:r>
              <a:rPr lang="en-US" altLang="zh-CN" sz="2400" dirty="0"/>
              <a:t>3</a:t>
            </a:r>
            <a:r>
              <a:rPr lang="en-US" altLang="zh-CN" sz="2400" dirty="0" smtClean="0"/>
              <a:t>. </a:t>
            </a:r>
            <a:r>
              <a:rPr lang="zh-CN" altLang="en-US" sz="2400" dirty="0" smtClean="0"/>
              <a:t>使用</a:t>
            </a:r>
            <a:r>
              <a:rPr lang="en-US" altLang="zh-CN" sz="2400" dirty="0" smtClean="0"/>
              <a:t>GDAL</a:t>
            </a:r>
            <a:r>
              <a:rPr lang="zh-CN" altLang="en-US" sz="2400" dirty="0" smtClean="0"/>
              <a:t>写数据</a:t>
            </a:r>
            <a:endParaRPr lang="en-US" altLang="zh-CN" sz="2400" dirty="0" smtClean="0"/>
          </a:p>
          <a:p>
            <a:pPr lvl="1">
              <a:lnSpc>
                <a:spcPct val="100000"/>
              </a:lnSpc>
            </a:pPr>
            <a:r>
              <a:rPr lang="en-US" altLang="zh-CN" dirty="0" smtClean="0"/>
              <a:t>GDAL</a:t>
            </a:r>
            <a:r>
              <a:rPr lang="zh-CN" altLang="en-US" dirty="0" smtClean="0"/>
              <a:t>写数据的基本方法</a:t>
            </a:r>
            <a:endParaRPr lang="en-US" altLang="zh-CN" dirty="0" smtClean="0"/>
          </a:p>
          <a:p>
            <a:pPr lvl="1">
              <a:lnSpc>
                <a:spcPct val="100000"/>
              </a:lnSpc>
            </a:pPr>
            <a:r>
              <a:rPr lang="zh-CN" altLang="en-US" dirty="0" smtClean="0"/>
              <a:t>使用</a:t>
            </a:r>
            <a:r>
              <a:rPr lang="en-US" altLang="zh-CN" dirty="0" err="1" smtClean="0"/>
              <a:t>CreateCopy</a:t>
            </a:r>
            <a:r>
              <a:rPr lang="zh-CN" altLang="en-US" dirty="0" smtClean="0"/>
              <a:t>函数创建影像</a:t>
            </a:r>
            <a:endParaRPr lang="en-US" altLang="zh-CN" dirty="0" smtClean="0"/>
          </a:p>
          <a:p>
            <a:pPr lvl="1">
              <a:lnSpc>
                <a:spcPct val="100000"/>
              </a:lnSpc>
            </a:pPr>
            <a:r>
              <a:rPr lang="zh-CN" altLang="en-US" dirty="0" smtClean="0"/>
              <a:t>使用</a:t>
            </a:r>
            <a:r>
              <a:rPr lang="en-US" altLang="zh-CN" dirty="0" smtClean="0"/>
              <a:t>Create</a:t>
            </a:r>
            <a:r>
              <a:rPr lang="zh-CN" altLang="en-US" dirty="0" smtClean="0"/>
              <a:t>函数创建影像</a:t>
            </a:r>
            <a:endParaRPr lang="zh-CN" altLang="en-US" dirty="0"/>
          </a:p>
        </p:txBody>
      </p:sp>
    </p:spTree>
    <p:extLst>
      <p:ext uri="{BB962C8B-B14F-4D97-AF65-F5344CB8AC3E}">
        <p14:creationId xmlns:p14="http://schemas.microsoft.com/office/powerpoint/2010/main" val="2544757080"/>
      </p:ext>
    </p:extLst>
  </p:cSld>
  <p:clrMapOvr>
    <a:masterClrMapping/>
  </p:clrMapOvr>
  <p:transition spd="slow"/>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标题 1"/>
          <p:cNvSpPr txBox="1">
            <a:spLocks/>
          </p:cNvSpPr>
          <p:nvPr/>
        </p:nvSpPr>
        <p:spPr>
          <a:xfrm>
            <a:off x="838200" y="148859"/>
            <a:ext cx="11353800" cy="714357"/>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lang="en-US" altLang="zh-CN" sz="4000" b="1" dirty="0" smtClean="0">
                <a:solidFill>
                  <a:srgbClr val="FFFFFF"/>
                </a:solidFill>
                <a:latin typeface="微软雅黑" panose="020B0503020204020204" pitchFamily="34" charset="-122"/>
                <a:ea typeface="微软雅黑" panose="020B0503020204020204" pitchFamily="34" charset="-122"/>
              </a:rPr>
              <a:t>GDAL</a:t>
            </a:r>
            <a:r>
              <a:rPr lang="zh-CN" altLang="en-US" sz="4000" b="1" dirty="0" smtClean="0">
                <a:solidFill>
                  <a:srgbClr val="FFFFFF"/>
                </a:solidFill>
                <a:latin typeface="微软雅黑" panose="020B0503020204020204" pitchFamily="34" charset="-122"/>
                <a:ea typeface="微软雅黑" panose="020B0503020204020204" pitchFamily="34" charset="-122"/>
              </a:rPr>
              <a:t>介绍</a:t>
            </a:r>
            <a:endParaRPr kumimoji="0" lang="zh-CN" altLang="en-US" sz="4000" b="1" i="0" u="none" strike="noStrike" kern="120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j-cs"/>
            </a:endParaRPr>
          </a:p>
        </p:txBody>
      </p:sp>
      <p:sp>
        <p:nvSpPr>
          <p:cNvPr id="3" name="内容占位符 2"/>
          <p:cNvSpPr>
            <a:spLocks noGrp="1"/>
          </p:cNvSpPr>
          <p:nvPr>
            <p:ph idx="1"/>
          </p:nvPr>
        </p:nvSpPr>
        <p:spPr>
          <a:xfrm>
            <a:off x="667826" y="1447274"/>
            <a:ext cx="10930759" cy="4851083"/>
          </a:xfrm>
        </p:spPr>
        <p:txBody>
          <a:bodyPr>
            <a:normAutofit/>
          </a:bodyPr>
          <a:lstStyle/>
          <a:p>
            <a:pPr>
              <a:lnSpc>
                <a:spcPct val="110000"/>
              </a:lnSpc>
            </a:pPr>
            <a:r>
              <a:rPr lang="zh-CN" altLang="en-US" sz="2400" i="1" dirty="0"/>
              <a:t> </a:t>
            </a:r>
            <a:r>
              <a:rPr lang="en-US" altLang="zh-CN" sz="2400" dirty="0"/>
              <a:t>GDAL </a:t>
            </a:r>
            <a:r>
              <a:rPr lang="zh-CN" altLang="en-US" sz="2400" dirty="0"/>
              <a:t>是读写大量的栅格空间数据格式的广泛应用的开源库。</a:t>
            </a:r>
          </a:p>
          <a:p>
            <a:pPr>
              <a:lnSpc>
                <a:spcPct val="110000"/>
              </a:lnSpc>
            </a:pPr>
            <a:r>
              <a:rPr lang="zh-CN" altLang="en-US" sz="2400" i="1" dirty="0"/>
              <a:t> </a:t>
            </a:r>
            <a:r>
              <a:rPr lang="zh-CN" altLang="en-US" sz="2400" dirty="0"/>
              <a:t>该库起源于</a:t>
            </a:r>
            <a:r>
              <a:rPr lang="en-US" altLang="zh-CN" sz="2400" dirty="0"/>
              <a:t>1998 </a:t>
            </a:r>
            <a:r>
              <a:rPr lang="zh-CN" altLang="en-US" sz="2400" dirty="0"/>
              <a:t>年，已经大幅进化。在</a:t>
            </a:r>
            <a:r>
              <a:rPr lang="en-US" altLang="zh-CN" sz="2400" dirty="0"/>
              <a:t>GDAL 1.9.0 </a:t>
            </a:r>
            <a:r>
              <a:rPr lang="zh-CN" altLang="en-US" sz="2400" dirty="0"/>
              <a:t>中，</a:t>
            </a:r>
            <a:r>
              <a:rPr lang="en-US" altLang="zh-CN" sz="2400" dirty="0"/>
              <a:t>GDAL </a:t>
            </a:r>
            <a:r>
              <a:rPr lang="zh-CN" altLang="en-US" sz="2400" dirty="0"/>
              <a:t>支持超过</a:t>
            </a:r>
            <a:r>
              <a:rPr lang="en-US" altLang="zh-CN" sz="2400" dirty="0"/>
              <a:t>120 </a:t>
            </a:r>
            <a:r>
              <a:rPr lang="zh-CN" altLang="en-US" sz="2400" dirty="0"/>
              <a:t>种栅格数据</a:t>
            </a:r>
            <a:r>
              <a:rPr lang="zh-CN" altLang="en-US" sz="2400" dirty="0" smtClean="0"/>
              <a:t>格式，从</a:t>
            </a:r>
            <a:r>
              <a:rPr lang="en-US" altLang="zh-CN" sz="2400" dirty="0" smtClean="0"/>
              <a:t>GDAL2.0</a:t>
            </a:r>
            <a:r>
              <a:rPr lang="zh-CN" altLang="en-US" sz="2400" dirty="0" smtClean="0"/>
              <a:t>开始也集成了另一个用于矢量数据操作的库（</a:t>
            </a:r>
            <a:r>
              <a:rPr lang="en-US" altLang="zh-CN" sz="2400" dirty="0" smtClean="0"/>
              <a:t>OGR</a:t>
            </a:r>
            <a:r>
              <a:rPr lang="zh-CN" altLang="en-US" sz="2400" dirty="0" smtClean="0"/>
              <a:t>），因此，这个库同时具备了操作栅格和矢量数据的能力。</a:t>
            </a:r>
            <a:endParaRPr lang="zh-CN" altLang="en-US" sz="2400" dirty="0"/>
          </a:p>
          <a:p>
            <a:pPr>
              <a:lnSpc>
                <a:spcPct val="110000"/>
              </a:lnSpc>
            </a:pPr>
            <a:r>
              <a:rPr lang="en-US" altLang="zh-CN" sz="2400" dirty="0" smtClean="0"/>
              <a:t>GDAL </a:t>
            </a:r>
            <a:r>
              <a:rPr lang="zh-CN" altLang="en-US" sz="2400" dirty="0" smtClean="0"/>
              <a:t>已发展成为一个分布式的项目</a:t>
            </a:r>
            <a:r>
              <a:rPr lang="zh-CN" altLang="en-US" sz="2400" dirty="0"/>
              <a:t>，</a:t>
            </a:r>
            <a:r>
              <a:rPr lang="zh-CN" altLang="en-US" sz="2400" dirty="0" smtClean="0"/>
              <a:t>开发</a:t>
            </a:r>
            <a:r>
              <a:rPr lang="zh-CN" altLang="en-US" sz="2400" dirty="0"/>
              <a:t>人员的数量相对比较</a:t>
            </a:r>
            <a:r>
              <a:rPr lang="zh-CN" altLang="en-US" sz="2400" dirty="0" smtClean="0"/>
              <a:t>大。</a:t>
            </a:r>
            <a:endParaRPr lang="zh-CN" altLang="en-US" sz="2400" dirty="0"/>
          </a:p>
        </p:txBody>
      </p:sp>
      <p:pic>
        <p:nvPicPr>
          <p:cNvPr id="4" name="图片 3"/>
          <p:cNvPicPr>
            <a:picLocks noChangeAspect="1"/>
          </p:cNvPicPr>
          <p:nvPr/>
        </p:nvPicPr>
        <p:blipFill>
          <a:blip r:embed="rId3"/>
          <a:stretch>
            <a:fillRect/>
          </a:stretch>
        </p:blipFill>
        <p:spPr>
          <a:xfrm>
            <a:off x="756142" y="4006304"/>
            <a:ext cx="10612241" cy="2175736"/>
          </a:xfrm>
          <a:prstGeom prst="rect">
            <a:avLst/>
          </a:prstGeom>
        </p:spPr>
      </p:pic>
    </p:spTree>
    <p:extLst>
      <p:ext uri="{BB962C8B-B14F-4D97-AF65-F5344CB8AC3E}">
        <p14:creationId xmlns:p14="http://schemas.microsoft.com/office/powerpoint/2010/main" val="236471142"/>
      </p:ext>
    </p:extLst>
  </p:cSld>
  <p:clrMapOvr>
    <a:masterClrMapping/>
  </p:clrMapOvr>
  <p:transition spd="slow"/>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标题 1"/>
          <p:cNvSpPr txBox="1">
            <a:spLocks/>
          </p:cNvSpPr>
          <p:nvPr/>
        </p:nvSpPr>
        <p:spPr>
          <a:xfrm>
            <a:off x="838200" y="148859"/>
            <a:ext cx="11353800" cy="714357"/>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lang="zh-CN" altLang="en-US" sz="4000" b="1" dirty="0" smtClean="0">
                <a:solidFill>
                  <a:srgbClr val="FFFFFF"/>
                </a:solidFill>
                <a:latin typeface="微软雅黑" panose="020B0503020204020204" pitchFamily="34" charset="-122"/>
                <a:ea typeface="微软雅黑" panose="020B0503020204020204" pitchFamily="34" charset="-122"/>
              </a:rPr>
              <a:t>相关的模块</a:t>
            </a:r>
            <a:endParaRPr kumimoji="0" lang="zh-CN" altLang="en-US" sz="4000" b="1" i="0" u="none" strike="noStrike" kern="120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j-cs"/>
            </a:endParaRPr>
          </a:p>
        </p:txBody>
      </p:sp>
      <p:sp>
        <p:nvSpPr>
          <p:cNvPr id="3" name="内容占位符 2"/>
          <p:cNvSpPr>
            <a:spLocks noGrp="1"/>
          </p:cNvSpPr>
          <p:nvPr>
            <p:ph idx="1"/>
          </p:nvPr>
        </p:nvSpPr>
        <p:spPr>
          <a:xfrm>
            <a:off x="767284" y="997661"/>
            <a:ext cx="11021944" cy="5405120"/>
          </a:xfrm>
        </p:spPr>
        <p:txBody>
          <a:bodyPr>
            <a:noAutofit/>
          </a:bodyPr>
          <a:lstStyle/>
          <a:p>
            <a:pPr>
              <a:lnSpc>
                <a:spcPct val="100000"/>
              </a:lnSpc>
            </a:pPr>
            <a:r>
              <a:rPr lang="en-US" altLang="zh-CN" sz="2400" dirty="0"/>
              <a:t>OGR </a:t>
            </a:r>
            <a:r>
              <a:rPr lang="zh-CN" altLang="en-US" sz="2400" dirty="0"/>
              <a:t>矢量库</a:t>
            </a:r>
            <a:endParaRPr lang="en-US" altLang="zh-CN" sz="2400" dirty="0"/>
          </a:p>
          <a:p>
            <a:pPr lvl="1">
              <a:lnSpc>
                <a:spcPct val="100000"/>
              </a:lnSpc>
            </a:pPr>
            <a:r>
              <a:rPr lang="zh-CN" altLang="en-US" dirty="0"/>
              <a:t>简单的矢量数据读写</a:t>
            </a:r>
            <a:endParaRPr lang="en-US" altLang="zh-CN" dirty="0"/>
          </a:p>
          <a:p>
            <a:pPr lvl="1">
              <a:lnSpc>
                <a:spcPct val="100000"/>
              </a:lnSpc>
            </a:pPr>
            <a:r>
              <a:rPr lang="zh-CN" altLang="en-US" dirty="0"/>
              <a:t>是</a:t>
            </a:r>
            <a:r>
              <a:rPr lang="en-US" altLang="zh-CN" dirty="0"/>
              <a:t>GDAL</a:t>
            </a:r>
            <a:r>
              <a:rPr lang="zh-CN" altLang="en-US" dirty="0"/>
              <a:t>（地理空间数据抽象库，</a:t>
            </a:r>
            <a:r>
              <a:rPr lang="en-US" altLang="zh-CN" dirty="0"/>
              <a:t>Geospatial Data Abstraction Library</a:t>
            </a:r>
            <a:r>
              <a:rPr lang="zh-CN" altLang="en-US" dirty="0"/>
              <a:t>）的一部分</a:t>
            </a:r>
            <a:endParaRPr lang="en-US" altLang="zh-CN" dirty="0"/>
          </a:p>
          <a:p>
            <a:pPr>
              <a:lnSpc>
                <a:spcPct val="100000"/>
              </a:lnSpc>
            </a:pPr>
            <a:r>
              <a:rPr lang="en-US" altLang="zh-CN" sz="2400" dirty="0" err="1" smtClean="0"/>
              <a:t>Numpy</a:t>
            </a:r>
            <a:endParaRPr lang="en-US" altLang="zh-CN" sz="2400" dirty="0" smtClean="0"/>
          </a:p>
          <a:p>
            <a:pPr lvl="1">
              <a:lnSpc>
                <a:spcPct val="100000"/>
              </a:lnSpc>
            </a:pPr>
            <a:r>
              <a:rPr lang="zh-CN" altLang="en-US" dirty="0" smtClean="0"/>
              <a:t>提供了</a:t>
            </a:r>
            <a:r>
              <a:rPr lang="en-US" altLang="zh-CN" dirty="0" smtClean="0"/>
              <a:t>Python</a:t>
            </a:r>
            <a:r>
              <a:rPr lang="zh-CN" altLang="en-US" dirty="0" smtClean="0"/>
              <a:t>对多维数组对象的支持</a:t>
            </a:r>
            <a:endParaRPr lang="en-US" altLang="zh-CN" dirty="0" smtClean="0"/>
          </a:p>
          <a:p>
            <a:pPr lvl="1">
              <a:lnSpc>
                <a:spcPct val="100000"/>
              </a:lnSpc>
            </a:pPr>
            <a:r>
              <a:rPr lang="zh-CN" altLang="en-US" dirty="0" smtClean="0"/>
              <a:t>支持高级大量的维度数组与矩阵运算，对栅格数据特别有用！</a:t>
            </a:r>
            <a:endParaRPr lang="en-US" altLang="zh-CN" dirty="0" smtClean="0"/>
          </a:p>
          <a:p>
            <a:pPr lvl="1">
              <a:lnSpc>
                <a:spcPct val="100000"/>
              </a:lnSpc>
            </a:pPr>
            <a:r>
              <a:rPr lang="en-US" altLang="zh-CN" dirty="0" err="1"/>
              <a:t>ndarray</a:t>
            </a:r>
            <a:r>
              <a:rPr lang="zh-CN" altLang="en-US" dirty="0"/>
              <a:t>：</a:t>
            </a:r>
            <a:r>
              <a:rPr lang="en-US" altLang="zh-CN" dirty="0"/>
              <a:t>N</a:t>
            </a:r>
            <a:r>
              <a:rPr lang="zh-CN" altLang="en-US" dirty="0"/>
              <a:t>维数组对象（矩阵），所有元素必须是相同</a:t>
            </a:r>
            <a:r>
              <a:rPr lang="zh-CN" altLang="en-US" dirty="0" smtClean="0"/>
              <a:t>类型</a:t>
            </a:r>
            <a:endParaRPr lang="en-US" altLang="zh-CN" dirty="0" smtClean="0"/>
          </a:p>
          <a:p>
            <a:pPr>
              <a:lnSpc>
                <a:spcPct val="100000"/>
              </a:lnSpc>
            </a:pPr>
            <a:r>
              <a:rPr lang="zh-CN" altLang="en-US" sz="2400" dirty="0" smtClean="0"/>
              <a:t>文档资源</a:t>
            </a:r>
            <a:endParaRPr lang="en-US" altLang="zh-CN" sz="2400" dirty="0"/>
          </a:p>
          <a:p>
            <a:pPr lvl="1">
              <a:lnSpc>
                <a:spcPct val="100000"/>
              </a:lnSpc>
            </a:pPr>
            <a:r>
              <a:rPr lang="en-US" altLang="zh-CN" dirty="0" smtClean="0"/>
              <a:t>GDAL: </a:t>
            </a:r>
            <a:r>
              <a:rPr lang="en-US" altLang="zh-CN" dirty="0" smtClean="0">
                <a:hlinkClick r:id="rId2"/>
              </a:rPr>
              <a:t>http://www.gdal.org/</a:t>
            </a:r>
            <a:r>
              <a:rPr lang="en-US" altLang="zh-CN" dirty="0" smtClean="0"/>
              <a:t> </a:t>
            </a:r>
          </a:p>
          <a:p>
            <a:pPr lvl="1">
              <a:lnSpc>
                <a:spcPct val="100000"/>
              </a:lnSpc>
            </a:pPr>
            <a:r>
              <a:rPr lang="en-US" altLang="zh-CN" dirty="0" smtClean="0"/>
              <a:t>OGR: </a:t>
            </a:r>
            <a:r>
              <a:rPr lang="en-US" altLang="zh-CN" dirty="0" smtClean="0">
                <a:hlinkClick r:id="rId3"/>
              </a:rPr>
              <a:t>http://www.gdal.org/org/</a:t>
            </a:r>
            <a:r>
              <a:rPr lang="en-US" altLang="zh-CN" dirty="0" smtClean="0"/>
              <a:t> </a:t>
            </a:r>
          </a:p>
          <a:p>
            <a:pPr lvl="1">
              <a:lnSpc>
                <a:spcPct val="100000"/>
              </a:lnSpc>
            </a:pPr>
            <a:r>
              <a:rPr lang="en-US" altLang="zh-CN" dirty="0" err="1" smtClean="0"/>
              <a:t>Numpy</a:t>
            </a:r>
            <a:r>
              <a:rPr lang="en-US" altLang="zh-CN" dirty="0" smtClean="0"/>
              <a:t>: </a:t>
            </a:r>
            <a:r>
              <a:rPr lang="en-US" altLang="zh-CN" dirty="0" smtClean="0">
                <a:hlinkClick r:id="rId4"/>
              </a:rPr>
              <a:t>http://numpy.scipy.org/</a:t>
            </a:r>
            <a:r>
              <a:rPr lang="en-US" altLang="zh-CN" dirty="0" smtClean="0"/>
              <a:t> </a:t>
            </a:r>
          </a:p>
          <a:p>
            <a:pPr lvl="1">
              <a:lnSpc>
                <a:spcPct val="100000"/>
              </a:lnSpc>
            </a:pPr>
            <a:r>
              <a:rPr lang="en-US" altLang="zh-CN" dirty="0" smtClean="0">
                <a:hlinkClick r:id="rId5"/>
              </a:rPr>
              <a:t>Python </a:t>
            </a:r>
            <a:r>
              <a:rPr lang="en-US" altLang="zh-CN" dirty="0">
                <a:hlinkClick r:id="rId5"/>
              </a:rPr>
              <a:t>GDAL/OGR Cookbook 1.0 documentation (pcjericks.github.io)</a:t>
            </a:r>
            <a:endParaRPr lang="en-US" altLang="zh-CN" dirty="0" smtClean="0"/>
          </a:p>
        </p:txBody>
      </p:sp>
    </p:spTree>
    <p:extLst>
      <p:ext uri="{BB962C8B-B14F-4D97-AF65-F5344CB8AC3E}">
        <p14:creationId xmlns:p14="http://schemas.microsoft.com/office/powerpoint/2010/main" val="1666899723"/>
      </p:ext>
    </p:extLst>
  </p:cSld>
  <p:clrMapOvr>
    <a:masterClrMapping/>
  </p:clrMapOvr>
  <p:transition spd="slow"/>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标题 1"/>
          <p:cNvSpPr txBox="1">
            <a:spLocks/>
          </p:cNvSpPr>
          <p:nvPr/>
        </p:nvSpPr>
        <p:spPr>
          <a:xfrm>
            <a:off x="838200" y="148859"/>
            <a:ext cx="11353800" cy="714357"/>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lang="en-US" altLang="zh-CN" sz="4000" b="1" dirty="0" smtClean="0">
                <a:solidFill>
                  <a:srgbClr val="FFFFFF"/>
                </a:solidFill>
                <a:latin typeface="微软雅黑" panose="020B0503020204020204" pitchFamily="34" charset="-122"/>
                <a:ea typeface="微软雅黑" panose="020B0503020204020204" pitchFamily="34" charset="-122"/>
              </a:rPr>
              <a:t>GDAL</a:t>
            </a:r>
            <a:r>
              <a:rPr lang="zh-CN" altLang="en-US" sz="4000" b="1" dirty="0" smtClean="0">
                <a:solidFill>
                  <a:srgbClr val="FFFFFF"/>
                </a:solidFill>
                <a:latin typeface="微软雅黑" panose="020B0503020204020204" pitchFamily="34" charset="-122"/>
                <a:ea typeface="微软雅黑" panose="020B0503020204020204" pitchFamily="34" charset="-122"/>
              </a:rPr>
              <a:t>数据模型</a:t>
            </a:r>
            <a:endParaRPr kumimoji="0" lang="zh-CN" altLang="en-US" sz="4000" b="1" i="0" u="none" strike="noStrike" kern="120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j-cs"/>
            </a:endParaRPr>
          </a:p>
        </p:txBody>
      </p:sp>
      <p:sp>
        <p:nvSpPr>
          <p:cNvPr id="3" name="内容占位符 2"/>
          <p:cNvSpPr>
            <a:spLocks noGrp="1"/>
          </p:cNvSpPr>
          <p:nvPr>
            <p:ph idx="1"/>
          </p:nvPr>
        </p:nvSpPr>
        <p:spPr>
          <a:xfrm>
            <a:off x="1103376" y="1550381"/>
            <a:ext cx="10473559" cy="4851083"/>
          </a:xfrm>
        </p:spPr>
        <p:txBody>
          <a:bodyPr>
            <a:normAutofit fontScale="92500"/>
          </a:bodyPr>
          <a:lstStyle/>
          <a:p>
            <a:pPr>
              <a:lnSpc>
                <a:spcPct val="110000"/>
              </a:lnSpc>
            </a:pPr>
            <a:r>
              <a:rPr lang="en-US" altLang="zh-CN" dirty="0" smtClean="0"/>
              <a:t>GDAL </a:t>
            </a:r>
            <a:r>
              <a:rPr lang="zh-CN" altLang="en-US" dirty="0"/>
              <a:t>数据模型包括很多部分</a:t>
            </a:r>
            <a:r>
              <a:rPr lang="zh-CN" altLang="en-US" dirty="0" smtClean="0"/>
              <a:t>，其设计理念是通过统一的抽象数据模型或标准实现对大多是栅格数据格式的支持。</a:t>
            </a:r>
            <a:endParaRPr lang="en-US" altLang="zh-CN" dirty="0" smtClean="0"/>
          </a:p>
          <a:p>
            <a:pPr>
              <a:lnSpc>
                <a:spcPct val="110000"/>
              </a:lnSpc>
            </a:pPr>
            <a:r>
              <a:rPr lang="zh-CN" altLang="en-US" dirty="0" smtClean="0"/>
              <a:t>在</a:t>
            </a:r>
            <a:r>
              <a:rPr lang="en-US" altLang="zh-CN" dirty="0"/>
              <a:t>GDAL </a:t>
            </a:r>
            <a:r>
              <a:rPr lang="zh-CN" altLang="en-US" dirty="0" smtClean="0"/>
              <a:t>数据模型</a:t>
            </a:r>
            <a:r>
              <a:rPr lang="zh-CN" altLang="en-US" dirty="0"/>
              <a:t>里面，重要的有三个</a:t>
            </a:r>
            <a:r>
              <a:rPr lang="zh-CN" altLang="en-US" dirty="0" smtClean="0"/>
              <a:t>概念：</a:t>
            </a:r>
            <a:endParaRPr lang="en-US" altLang="zh-CN" dirty="0" smtClean="0"/>
          </a:p>
          <a:p>
            <a:pPr lvl="1">
              <a:lnSpc>
                <a:spcPct val="110000"/>
              </a:lnSpc>
            </a:pPr>
            <a:r>
              <a:rPr lang="zh-CN" altLang="en-US" sz="2800" dirty="0" smtClean="0"/>
              <a:t>数据</a:t>
            </a:r>
            <a:r>
              <a:rPr lang="zh-CN" altLang="en-US" sz="2800" dirty="0"/>
              <a:t>集</a:t>
            </a:r>
          </a:p>
          <a:p>
            <a:pPr lvl="1">
              <a:lnSpc>
                <a:spcPct val="110000"/>
              </a:lnSpc>
            </a:pPr>
            <a:r>
              <a:rPr lang="zh-CN" altLang="en-US" sz="2800" dirty="0" smtClean="0"/>
              <a:t>栅</a:t>
            </a:r>
            <a:r>
              <a:rPr lang="zh-CN" altLang="en-US" sz="2800" dirty="0"/>
              <a:t>格</a:t>
            </a:r>
            <a:r>
              <a:rPr lang="zh-CN" altLang="en-US" sz="2800" dirty="0" smtClean="0"/>
              <a:t>波段（</a:t>
            </a:r>
            <a:r>
              <a:rPr lang="en-US" altLang="zh-CN" sz="2800" dirty="0" err="1" smtClean="0"/>
              <a:t>GDALRasterBand</a:t>
            </a:r>
            <a:r>
              <a:rPr lang="zh-CN" altLang="en-US" sz="2800" dirty="0" smtClean="0"/>
              <a:t>）</a:t>
            </a:r>
            <a:endParaRPr lang="zh-CN" altLang="en-US" sz="2800" dirty="0"/>
          </a:p>
          <a:p>
            <a:pPr lvl="1">
              <a:lnSpc>
                <a:spcPct val="110000"/>
              </a:lnSpc>
            </a:pPr>
            <a:r>
              <a:rPr lang="zh-CN" altLang="en-US" sz="2800" dirty="0" smtClean="0"/>
              <a:t>颜色表：关联栅格像元与颜色</a:t>
            </a:r>
            <a:endParaRPr lang="zh-CN" altLang="en-US" dirty="0"/>
          </a:p>
          <a:p>
            <a:pPr>
              <a:lnSpc>
                <a:spcPct val="110000"/>
              </a:lnSpc>
            </a:pPr>
            <a:r>
              <a:rPr lang="zh-CN" altLang="en-US" dirty="0" smtClean="0"/>
              <a:t>数据</a:t>
            </a:r>
            <a:r>
              <a:rPr lang="zh-CN" altLang="en-US" dirty="0"/>
              <a:t>集、栅格波段与颜色</a:t>
            </a:r>
            <a:r>
              <a:rPr lang="zh-CN" altLang="en-US" dirty="0" smtClean="0"/>
              <a:t>表与</a:t>
            </a:r>
            <a:r>
              <a:rPr lang="en-US" altLang="zh-CN" dirty="0"/>
              <a:t>GIS </a:t>
            </a:r>
            <a:r>
              <a:rPr lang="zh-CN" altLang="en-US" dirty="0"/>
              <a:t>的概念无关，只是定义</a:t>
            </a:r>
            <a:r>
              <a:rPr lang="zh-CN" altLang="en-US" dirty="0" smtClean="0"/>
              <a:t>了栅格数据</a:t>
            </a:r>
            <a:r>
              <a:rPr lang="zh-CN" altLang="en-US" dirty="0"/>
              <a:t>如何以颜色进行显示的</a:t>
            </a:r>
            <a:r>
              <a:rPr lang="zh-CN" altLang="en-US" dirty="0" smtClean="0"/>
              <a:t>。</a:t>
            </a:r>
            <a:endParaRPr lang="en-US" altLang="zh-CN" dirty="0" smtClean="0"/>
          </a:p>
          <a:p>
            <a:pPr>
              <a:lnSpc>
                <a:spcPct val="110000"/>
              </a:lnSpc>
            </a:pPr>
            <a:r>
              <a:rPr lang="zh-CN" altLang="en-US" dirty="0" smtClean="0"/>
              <a:t>还包括坐标系统，仿射地理变换，地面控制点，元数据，快视图等。</a:t>
            </a:r>
            <a:endParaRPr lang="zh-CN" altLang="en-US" dirty="0"/>
          </a:p>
        </p:txBody>
      </p:sp>
      <p:pic>
        <p:nvPicPr>
          <p:cNvPr id="4" name="图片 3"/>
          <p:cNvPicPr>
            <a:picLocks noChangeAspect="1"/>
          </p:cNvPicPr>
          <p:nvPr/>
        </p:nvPicPr>
        <p:blipFill>
          <a:blip r:embed="rId3"/>
          <a:stretch>
            <a:fillRect/>
          </a:stretch>
        </p:blipFill>
        <p:spPr>
          <a:xfrm>
            <a:off x="1756518" y="944860"/>
            <a:ext cx="8364603" cy="5809791"/>
          </a:xfrm>
          <a:prstGeom prst="rect">
            <a:avLst/>
          </a:prstGeom>
        </p:spPr>
      </p:pic>
    </p:spTree>
    <p:extLst>
      <p:ext uri="{BB962C8B-B14F-4D97-AF65-F5344CB8AC3E}">
        <p14:creationId xmlns:p14="http://schemas.microsoft.com/office/powerpoint/2010/main" val="3272684090"/>
      </p:ext>
    </p:extLst>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标题 1"/>
          <p:cNvSpPr txBox="1">
            <a:spLocks/>
          </p:cNvSpPr>
          <p:nvPr/>
        </p:nvSpPr>
        <p:spPr>
          <a:xfrm>
            <a:off x="838200" y="148859"/>
            <a:ext cx="11353800" cy="714357"/>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lang="en-US" altLang="zh-CN" sz="4000" b="1" dirty="0" smtClean="0">
                <a:solidFill>
                  <a:srgbClr val="FFFFFF"/>
                </a:solidFill>
                <a:latin typeface="微软雅黑" panose="020B0503020204020204" pitchFamily="34" charset="-122"/>
                <a:ea typeface="微软雅黑" panose="020B0503020204020204" pitchFamily="34" charset="-122"/>
              </a:rPr>
              <a:t>GDAL</a:t>
            </a:r>
            <a:r>
              <a:rPr lang="zh-CN" altLang="en-US" sz="4000" b="1" dirty="0" smtClean="0">
                <a:solidFill>
                  <a:srgbClr val="FFFFFF"/>
                </a:solidFill>
                <a:latin typeface="微软雅黑" panose="020B0503020204020204" pitchFamily="34" charset="-122"/>
                <a:ea typeface="微软雅黑" panose="020B0503020204020204" pitchFamily="34" charset="-122"/>
              </a:rPr>
              <a:t>安装</a:t>
            </a:r>
            <a:endParaRPr kumimoji="0" lang="zh-CN" altLang="en-US" sz="4000" b="1" i="0" u="none" strike="noStrike" kern="120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j-cs"/>
            </a:endParaRPr>
          </a:p>
        </p:txBody>
      </p:sp>
      <p:sp>
        <p:nvSpPr>
          <p:cNvPr id="3" name="内容占位符 2"/>
          <p:cNvSpPr>
            <a:spLocks noGrp="1"/>
          </p:cNvSpPr>
          <p:nvPr>
            <p:ph idx="1"/>
          </p:nvPr>
        </p:nvSpPr>
        <p:spPr>
          <a:xfrm>
            <a:off x="1003738" y="1081514"/>
            <a:ext cx="10515600" cy="5405120"/>
          </a:xfrm>
        </p:spPr>
        <p:txBody>
          <a:bodyPr>
            <a:noAutofit/>
          </a:bodyPr>
          <a:lstStyle/>
          <a:p>
            <a:pPr>
              <a:lnSpc>
                <a:spcPct val="100000"/>
              </a:lnSpc>
            </a:pPr>
            <a:r>
              <a:rPr lang="en-US" altLang="zh-CN" sz="2400" dirty="0">
                <a:hlinkClick r:id="rId2"/>
              </a:rPr>
              <a:t>Python Extension Packages for Windows - Christoph </a:t>
            </a:r>
            <a:r>
              <a:rPr lang="en-US" altLang="zh-CN" sz="2400" dirty="0" err="1">
                <a:hlinkClick r:id="rId2"/>
              </a:rPr>
              <a:t>Gohlke</a:t>
            </a:r>
            <a:r>
              <a:rPr lang="en-US" altLang="zh-CN" sz="2400" dirty="0">
                <a:hlinkClick r:id="rId2"/>
              </a:rPr>
              <a:t> (uci.edu</a:t>
            </a:r>
            <a:r>
              <a:rPr lang="en-US" altLang="zh-CN" sz="2400" dirty="0" smtClean="0">
                <a:hlinkClick r:id="rId2"/>
              </a:rPr>
              <a:t>)</a:t>
            </a:r>
            <a:endParaRPr lang="en-US" altLang="zh-CN" sz="2400" dirty="0" smtClean="0"/>
          </a:p>
          <a:p>
            <a:pPr>
              <a:lnSpc>
                <a:spcPct val="100000"/>
              </a:lnSpc>
            </a:pPr>
            <a:r>
              <a:rPr lang="en-US" altLang="zh-CN" sz="2400" dirty="0">
                <a:hlinkClick r:id="rId2"/>
              </a:rPr>
              <a:t>https://www.lfd.uci.edu/~gohlke/pythonlibs/#</a:t>
            </a:r>
            <a:r>
              <a:rPr lang="en-US" altLang="zh-CN" sz="2400" dirty="0" smtClean="0">
                <a:hlinkClick r:id="rId2"/>
              </a:rPr>
              <a:t>gdal</a:t>
            </a:r>
            <a:endParaRPr lang="en-US" altLang="zh-CN" sz="2400" dirty="0" smtClean="0"/>
          </a:p>
          <a:p>
            <a:pPr>
              <a:lnSpc>
                <a:spcPct val="100000"/>
              </a:lnSpc>
            </a:pPr>
            <a:endParaRPr lang="en-US" altLang="zh-CN" sz="2400" dirty="0"/>
          </a:p>
          <a:p>
            <a:pPr>
              <a:lnSpc>
                <a:spcPct val="100000"/>
              </a:lnSpc>
            </a:pPr>
            <a:r>
              <a:rPr lang="zh-CN" altLang="en-US" sz="2400" dirty="0" smtClean="0"/>
              <a:t>找到与自己机器对应的</a:t>
            </a:r>
            <a:r>
              <a:rPr lang="en-US" altLang="zh-CN" sz="2400" dirty="0" smtClean="0"/>
              <a:t>GDAL</a:t>
            </a:r>
            <a:r>
              <a:rPr lang="zh-CN" altLang="en-US" sz="2400" dirty="0" smtClean="0"/>
              <a:t>版本，下载</a:t>
            </a:r>
            <a:r>
              <a:rPr lang="en-US" altLang="zh-CN" sz="2400" dirty="0" err="1" smtClean="0"/>
              <a:t>whl</a:t>
            </a:r>
            <a:r>
              <a:rPr lang="zh-CN" altLang="en-US" sz="2400" dirty="0" smtClean="0"/>
              <a:t>文件</a:t>
            </a:r>
            <a:endParaRPr lang="en-US" altLang="zh-CN" sz="2400" dirty="0" smtClean="0"/>
          </a:p>
          <a:p>
            <a:pPr>
              <a:lnSpc>
                <a:spcPct val="100000"/>
              </a:lnSpc>
            </a:pPr>
            <a:r>
              <a:rPr lang="zh-CN" altLang="en-US" sz="2400" dirty="0" smtClean="0"/>
              <a:t>打开</a:t>
            </a:r>
            <a:r>
              <a:rPr lang="en-US" altLang="zh-CN" sz="2400" dirty="0" smtClean="0"/>
              <a:t>Anaconda Prompt</a:t>
            </a:r>
          </a:p>
          <a:p>
            <a:pPr>
              <a:lnSpc>
                <a:spcPct val="100000"/>
              </a:lnSpc>
            </a:pPr>
            <a:r>
              <a:rPr lang="zh-CN" altLang="en-US" sz="2400" dirty="0" smtClean="0"/>
              <a:t>将</a:t>
            </a:r>
            <a:r>
              <a:rPr lang="en-US" altLang="zh-CN" sz="2400" dirty="0" err="1" smtClean="0"/>
              <a:t>whl</a:t>
            </a:r>
            <a:r>
              <a:rPr lang="zh-CN" altLang="en-US" sz="2400" dirty="0" smtClean="0"/>
              <a:t>文件拷贝到对应的路径下</a:t>
            </a:r>
            <a:endParaRPr lang="en-US" altLang="zh-CN" sz="2400" dirty="0" smtClean="0"/>
          </a:p>
          <a:p>
            <a:pPr>
              <a:lnSpc>
                <a:spcPct val="100000"/>
              </a:lnSpc>
            </a:pPr>
            <a:r>
              <a:rPr lang="zh-CN" altLang="en-US" sz="2400" dirty="0" smtClean="0"/>
              <a:t>用</a:t>
            </a:r>
            <a:r>
              <a:rPr lang="en-US" altLang="zh-CN" sz="2400" dirty="0" smtClean="0"/>
              <a:t>pip install </a:t>
            </a:r>
            <a:r>
              <a:rPr lang="zh-CN" altLang="en-US" sz="2400" dirty="0" smtClean="0"/>
              <a:t>命令安装</a:t>
            </a:r>
            <a:r>
              <a:rPr lang="en-US" altLang="zh-CN" sz="2400" dirty="0" smtClean="0"/>
              <a:t>GDAL</a:t>
            </a:r>
          </a:p>
        </p:txBody>
      </p:sp>
      <p:sp>
        <p:nvSpPr>
          <p:cNvPr id="5" name="矩形 4"/>
          <p:cNvSpPr/>
          <p:nvPr/>
        </p:nvSpPr>
        <p:spPr>
          <a:xfrm>
            <a:off x="1356052" y="4724365"/>
            <a:ext cx="6231576" cy="369332"/>
          </a:xfrm>
          <a:prstGeom prst="rect">
            <a:avLst/>
          </a:prstGeom>
          <a:solidFill>
            <a:schemeClr val="bg1">
              <a:lumMod val="85000"/>
            </a:schemeClr>
          </a:solidFill>
        </p:spPr>
        <p:txBody>
          <a:bodyPr wrap="square">
            <a:spAutoFit/>
          </a:bodyPr>
          <a:lstStyle/>
          <a:p>
            <a:r>
              <a:rPr lang="en-US" altLang="zh-CN" sz="1600" dirty="0">
                <a:solidFill>
                  <a:srgbClr val="8080FF"/>
                </a:solidFill>
                <a:latin typeface="LMSans8-Regular-Identity-H"/>
              </a:rPr>
              <a:t>1 </a:t>
            </a:r>
            <a:r>
              <a:rPr lang="en-US" altLang="zh-CN" sz="1600" dirty="0" smtClean="0">
                <a:solidFill>
                  <a:srgbClr val="8080FF"/>
                </a:solidFill>
                <a:latin typeface="LMSans8-Regular-Identity-H"/>
              </a:rPr>
              <a:t> </a:t>
            </a:r>
            <a:r>
              <a:rPr lang="en-US" altLang="zh-CN" dirty="0" smtClean="0">
                <a:latin typeface="YaHei_Monaco-R"/>
              </a:rPr>
              <a:t>pip install GDAL-3.2.3-cp37-cp37m-win_amd64.whl</a:t>
            </a:r>
            <a:endParaRPr lang="zh-CN" altLang="en-US" dirty="0"/>
          </a:p>
        </p:txBody>
      </p:sp>
      <p:pic>
        <p:nvPicPr>
          <p:cNvPr id="2" name="图片 1"/>
          <p:cNvPicPr>
            <a:picLocks noChangeAspect="1"/>
          </p:cNvPicPr>
          <p:nvPr/>
        </p:nvPicPr>
        <p:blipFill>
          <a:blip r:embed="rId3"/>
          <a:stretch>
            <a:fillRect/>
          </a:stretch>
        </p:blipFill>
        <p:spPr>
          <a:xfrm>
            <a:off x="1356052" y="5416893"/>
            <a:ext cx="7954469" cy="1157328"/>
          </a:xfrm>
          <a:prstGeom prst="rect">
            <a:avLst/>
          </a:prstGeom>
        </p:spPr>
      </p:pic>
    </p:spTree>
    <p:extLst>
      <p:ext uri="{BB962C8B-B14F-4D97-AF65-F5344CB8AC3E}">
        <p14:creationId xmlns:p14="http://schemas.microsoft.com/office/powerpoint/2010/main" val="65249108"/>
      </p:ext>
    </p:extLst>
  </p:cSld>
  <p:clrMapOvr>
    <a:masterClrMapping/>
  </p:clrMapOvr>
  <p:transition spd="slow"/>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标题 1"/>
          <p:cNvSpPr txBox="1">
            <a:spLocks/>
          </p:cNvSpPr>
          <p:nvPr/>
        </p:nvSpPr>
        <p:spPr>
          <a:xfrm>
            <a:off x="838200" y="148859"/>
            <a:ext cx="11353800" cy="714357"/>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lang="en-US" altLang="zh-CN" sz="4000" b="1" dirty="0" smtClean="0">
                <a:solidFill>
                  <a:srgbClr val="FFFFFF"/>
                </a:solidFill>
                <a:latin typeface="微软雅黑" panose="020B0503020204020204" pitchFamily="34" charset="-122"/>
                <a:ea typeface="微软雅黑" panose="020B0503020204020204" pitchFamily="34" charset="-122"/>
              </a:rPr>
              <a:t>GDAL</a:t>
            </a:r>
            <a:r>
              <a:rPr lang="zh-CN" altLang="en-US" sz="4000" b="1" dirty="0" smtClean="0">
                <a:solidFill>
                  <a:srgbClr val="FFFFFF"/>
                </a:solidFill>
                <a:latin typeface="微软雅黑" panose="020B0503020204020204" pitchFamily="34" charset="-122"/>
                <a:ea typeface="微软雅黑" panose="020B0503020204020204" pitchFamily="34" charset="-122"/>
              </a:rPr>
              <a:t>安装</a:t>
            </a:r>
            <a:endParaRPr kumimoji="0" lang="zh-CN" altLang="en-US" sz="4000" b="1" i="0" u="none" strike="noStrike" kern="120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j-cs"/>
            </a:endParaRPr>
          </a:p>
        </p:txBody>
      </p:sp>
      <p:sp>
        <p:nvSpPr>
          <p:cNvPr id="3" name="内容占位符 2"/>
          <p:cNvSpPr>
            <a:spLocks noGrp="1"/>
          </p:cNvSpPr>
          <p:nvPr>
            <p:ph idx="1"/>
          </p:nvPr>
        </p:nvSpPr>
        <p:spPr>
          <a:xfrm>
            <a:off x="1003738" y="1081514"/>
            <a:ext cx="10515600" cy="5405120"/>
          </a:xfrm>
        </p:spPr>
        <p:txBody>
          <a:bodyPr>
            <a:noAutofit/>
          </a:bodyPr>
          <a:lstStyle/>
          <a:p>
            <a:pPr>
              <a:lnSpc>
                <a:spcPct val="100000"/>
              </a:lnSpc>
            </a:pPr>
            <a:r>
              <a:rPr lang="en-US" altLang="zh-CN" sz="2400" dirty="0">
                <a:hlinkClick r:id="rId2"/>
              </a:rPr>
              <a:t>Python Extension Packages for Windows - Christoph </a:t>
            </a:r>
            <a:r>
              <a:rPr lang="en-US" altLang="zh-CN" sz="2400" dirty="0" err="1">
                <a:hlinkClick r:id="rId2"/>
              </a:rPr>
              <a:t>Gohlke</a:t>
            </a:r>
            <a:r>
              <a:rPr lang="en-US" altLang="zh-CN" sz="2400" dirty="0">
                <a:hlinkClick r:id="rId2"/>
              </a:rPr>
              <a:t> (uci.edu</a:t>
            </a:r>
            <a:r>
              <a:rPr lang="en-US" altLang="zh-CN" sz="2400" dirty="0" smtClean="0">
                <a:hlinkClick r:id="rId2"/>
              </a:rPr>
              <a:t>)</a:t>
            </a:r>
            <a:endParaRPr lang="en-US" altLang="zh-CN" sz="2400" dirty="0" smtClean="0"/>
          </a:p>
          <a:p>
            <a:pPr>
              <a:lnSpc>
                <a:spcPct val="100000"/>
              </a:lnSpc>
            </a:pPr>
            <a:r>
              <a:rPr lang="en-US" altLang="zh-CN" sz="2400" dirty="0">
                <a:hlinkClick r:id="rId2"/>
              </a:rPr>
              <a:t>https://www.lfd.uci.edu/~gohlke/pythonlibs/#</a:t>
            </a:r>
            <a:r>
              <a:rPr lang="en-US" altLang="zh-CN" sz="2400" dirty="0" smtClean="0">
                <a:hlinkClick r:id="rId2"/>
              </a:rPr>
              <a:t>gdal</a:t>
            </a:r>
            <a:endParaRPr lang="en-US" altLang="zh-CN" sz="2400" dirty="0" smtClean="0"/>
          </a:p>
          <a:p>
            <a:pPr>
              <a:lnSpc>
                <a:spcPct val="100000"/>
              </a:lnSpc>
            </a:pPr>
            <a:endParaRPr lang="en-US" altLang="zh-CN" sz="2400" dirty="0"/>
          </a:p>
        </p:txBody>
      </p:sp>
      <p:pic>
        <p:nvPicPr>
          <p:cNvPr id="4" name="图片 3"/>
          <p:cNvPicPr>
            <a:picLocks noChangeAspect="1"/>
          </p:cNvPicPr>
          <p:nvPr/>
        </p:nvPicPr>
        <p:blipFill>
          <a:blip r:embed="rId3"/>
          <a:stretch>
            <a:fillRect/>
          </a:stretch>
        </p:blipFill>
        <p:spPr>
          <a:xfrm>
            <a:off x="1433986" y="2264430"/>
            <a:ext cx="8971368" cy="4222203"/>
          </a:xfrm>
          <a:prstGeom prst="rect">
            <a:avLst/>
          </a:prstGeom>
        </p:spPr>
      </p:pic>
    </p:spTree>
    <p:extLst>
      <p:ext uri="{BB962C8B-B14F-4D97-AF65-F5344CB8AC3E}">
        <p14:creationId xmlns:p14="http://schemas.microsoft.com/office/powerpoint/2010/main" val="1743031262"/>
      </p:ext>
    </p:extLst>
  </p:cSld>
  <p:clrMapOvr>
    <a:masterClrMapping/>
  </p:clrMapOvr>
  <p:transition spd="slow"/>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标题 1"/>
          <p:cNvSpPr txBox="1">
            <a:spLocks/>
          </p:cNvSpPr>
          <p:nvPr/>
        </p:nvSpPr>
        <p:spPr>
          <a:xfrm>
            <a:off x="838200" y="148859"/>
            <a:ext cx="11353800" cy="714357"/>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lang="zh-CN" altLang="en-US" sz="4000" b="1" dirty="0" smtClean="0">
                <a:solidFill>
                  <a:srgbClr val="FFFFFF"/>
                </a:solidFill>
                <a:latin typeface="微软雅黑" panose="020B0503020204020204" pitchFamily="34" charset="-122"/>
                <a:ea typeface="微软雅黑" panose="020B0503020204020204" pitchFamily="34" charset="-122"/>
              </a:rPr>
              <a:t>导入</a:t>
            </a:r>
            <a:r>
              <a:rPr lang="en-US" altLang="zh-CN" sz="4000" b="1" dirty="0" smtClean="0">
                <a:solidFill>
                  <a:srgbClr val="FFFFFF"/>
                </a:solidFill>
                <a:latin typeface="微软雅黑" panose="020B0503020204020204" pitchFamily="34" charset="-122"/>
                <a:ea typeface="微软雅黑" panose="020B0503020204020204" pitchFamily="34" charset="-122"/>
              </a:rPr>
              <a:t>GDAL</a:t>
            </a:r>
            <a:r>
              <a:rPr lang="zh-CN" altLang="en-US" sz="4000" b="1" dirty="0" smtClean="0">
                <a:solidFill>
                  <a:srgbClr val="FFFFFF"/>
                </a:solidFill>
                <a:latin typeface="微软雅黑" panose="020B0503020204020204" pitchFamily="34" charset="-122"/>
                <a:ea typeface="微软雅黑" panose="020B0503020204020204" pitchFamily="34" charset="-122"/>
              </a:rPr>
              <a:t>模块</a:t>
            </a:r>
            <a:endParaRPr kumimoji="0" lang="zh-CN" altLang="en-US" sz="4000" b="1" i="0" u="none" strike="noStrike" kern="120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j-cs"/>
            </a:endParaRPr>
          </a:p>
        </p:txBody>
      </p:sp>
      <p:sp>
        <p:nvSpPr>
          <p:cNvPr id="3" name="内容占位符 2"/>
          <p:cNvSpPr>
            <a:spLocks noGrp="1"/>
          </p:cNvSpPr>
          <p:nvPr>
            <p:ph idx="1"/>
          </p:nvPr>
        </p:nvSpPr>
        <p:spPr>
          <a:xfrm>
            <a:off x="1039368" y="1257773"/>
            <a:ext cx="10052303" cy="4851083"/>
          </a:xfrm>
        </p:spPr>
        <p:txBody>
          <a:bodyPr>
            <a:normAutofit/>
          </a:bodyPr>
          <a:lstStyle/>
          <a:p>
            <a:pPr>
              <a:lnSpc>
                <a:spcPct val="100000"/>
              </a:lnSpc>
            </a:pPr>
            <a:r>
              <a:rPr lang="zh-CN" altLang="en-US" dirty="0"/>
              <a:t>在</a:t>
            </a:r>
            <a:r>
              <a:rPr lang="en-US" altLang="zh-CN" dirty="0"/>
              <a:t>Python </a:t>
            </a:r>
            <a:r>
              <a:rPr lang="zh-CN" altLang="en-US" dirty="0"/>
              <a:t>中使用</a:t>
            </a:r>
            <a:r>
              <a:rPr lang="en-US" altLang="zh-CN" dirty="0"/>
              <a:t>GDAL</a:t>
            </a:r>
            <a:r>
              <a:rPr lang="zh-CN" altLang="en-US" dirty="0"/>
              <a:t>，只需要导入</a:t>
            </a:r>
            <a:r>
              <a:rPr lang="en-US" altLang="zh-CN" dirty="0" err="1"/>
              <a:t>gdal</a:t>
            </a:r>
            <a:r>
              <a:rPr lang="en-US" altLang="zh-CN" dirty="0"/>
              <a:t> </a:t>
            </a:r>
            <a:r>
              <a:rPr lang="zh-CN" altLang="en-US" dirty="0"/>
              <a:t>模块。在早期的版本（</a:t>
            </a:r>
            <a:r>
              <a:rPr lang="en-US" altLang="zh-CN" dirty="0" smtClean="0"/>
              <a:t>1.5</a:t>
            </a:r>
            <a:r>
              <a:rPr lang="zh-CN" altLang="en-US" dirty="0" smtClean="0"/>
              <a:t>以前</a:t>
            </a:r>
            <a:r>
              <a:rPr lang="zh-CN" altLang="en-US" dirty="0"/>
              <a:t>）中，</a:t>
            </a:r>
            <a:r>
              <a:rPr lang="en-US" altLang="zh-CN" dirty="0"/>
              <a:t>GDAL </a:t>
            </a:r>
            <a:r>
              <a:rPr lang="zh-CN" altLang="en-US" dirty="0"/>
              <a:t>是使用下面的语句导入的</a:t>
            </a:r>
            <a:r>
              <a:rPr lang="zh-CN" altLang="en-US" dirty="0" smtClean="0"/>
              <a:t>：</a:t>
            </a:r>
            <a:endParaRPr lang="en-US" altLang="zh-CN" dirty="0" smtClean="0"/>
          </a:p>
          <a:p>
            <a:pPr>
              <a:lnSpc>
                <a:spcPct val="100000"/>
              </a:lnSpc>
            </a:pPr>
            <a:endParaRPr lang="en-US" altLang="zh-CN" dirty="0"/>
          </a:p>
          <a:p>
            <a:pPr>
              <a:lnSpc>
                <a:spcPct val="100000"/>
              </a:lnSpc>
            </a:pPr>
            <a:endParaRPr lang="en-US" altLang="zh-CN" dirty="0" smtClean="0"/>
          </a:p>
          <a:p>
            <a:pPr>
              <a:lnSpc>
                <a:spcPct val="100000"/>
              </a:lnSpc>
            </a:pPr>
            <a:r>
              <a:rPr lang="zh-CN" altLang="en-US" dirty="0"/>
              <a:t>但是后来</a:t>
            </a:r>
            <a:r>
              <a:rPr lang="en-US" altLang="zh-CN" dirty="0"/>
              <a:t>GDAL </a:t>
            </a:r>
            <a:r>
              <a:rPr lang="zh-CN" altLang="en-US" dirty="0"/>
              <a:t>成为</a:t>
            </a:r>
            <a:r>
              <a:rPr lang="en-US" altLang="zh-CN" dirty="0"/>
              <a:t>OSGEO </a:t>
            </a:r>
            <a:r>
              <a:rPr lang="zh-CN" altLang="en-US" dirty="0"/>
              <a:t>的子项目后，对代码进行了重新组织。</a:t>
            </a:r>
            <a:r>
              <a:rPr lang="zh-CN" altLang="en-US" dirty="0" smtClean="0"/>
              <a:t>在</a:t>
            </a:r>
            <a:r>
              <a:rPr lang="en-US" altLang="zh-CN" dirty="0" smtClean="0"/>
              <a:t>GDAL </a:t>
            </a:r>
            <a:r>
              <a:rPr lang="en-US" altLang="zh-CN" dirty="0"/>
              <a:t>RFC17 </a:t>
            </a:r>
            <a:r>
              <a:rPr lang="zh-CN" altLang="en-US" dirty="0"/>
              <a:t>号文件中，实现了</a:t>
            </a:r>
            <a:r>
              <a:rPr lang="en-US" altLang="zh-CN" dirty="0"/>
              <a:t>Python </a:t>
            </a:r>
            <a:r>
              <a:rPr lang="zh-CN" altLang="en-US" dirty="0"/>
              <a:t>的新的名称空间</a:t>
            </a:r>
            <a:r>
              <a:rPr lang="en-US" altLang="zh-CN" dirty="0" err="1"/>
              <a:t>osgeo</a:t>
            </a:r>
            <a:r>
              <a:rPr lang="en-US" altLang="zh-CN" dirty="0"/>
              <a:t> </a:t>
            </a:r>
            <a:r>
              <a:rPr lang="zh-CN" altLang="en-US" dirty="0"/>
              <a:t>，</a:t>
            </a:r>
            <a:r>
              <a:rPr lang="zh-CN" altLang="en-US" dirty="0" smtClean="0"/>
              <a:t>并将</a:t>
            </a:r>
            <a:r>
              <a:rPr lang="en-US" altLang="zh-CN" dirty="0"/>
              <a:t>GDAL</a:t>
            </a:r>
            <a:r>
              <a:rPr lang="en-US" altLang="zh-CN" dirty="0" smtClean="0"/>
              <a:t> </a:t>
            </a:r>
            <a:r>
              <a:rPr lang="zh-CN" altLang="en-US" dirty="0" smtClean="0"/>
              <a:t>与</a:t>
            </a:r>
            <a:r>
              <a:rPr lang="en-US" altLang="zh-CN" dirty="0"/>
              <a:t>OGR</a:t>
            </a:r>
            <a:r>
              <a:rPr lang="en-US" altLang="zh-CN" dirty="0" smtClean="0"/>
              <a:t> </a:t>
            </a:r>
            <a:r>
              <a:rPr lang="zh-CN" altLang="en-US" dirty="0"/>
              <a:t>都包含在这个名称空间之下。</a:t>
            </a:r>
          </a:p>
          <a:p>
            <a:pPr>
              <a:lnSpc>
                <a:spcPct val="100000"/>
              </a:lnSpc>
            </a:pPr>
            <a:r>
              <a:rPr lang="en-US" altLang="zh-CN" dirty="0"/>
              <a:t>1.6 </a:t>
            </a:r>
            <a:r>
              <a:rPr lang="zh-CN" altLang="en-US" dirty="0"/>
              <a:t>以后，推荐使用下面的语句导入：</a:t>
            </a:r>
          </a:p>
        </p:txBody>
      </p:sp>
      <p:sp>
        <p:nvSpPr>
          <p:cNvPr id="4" name="矩形 3"/>
          <p:cNvSpPr/>
          <p:nvPr/>
        </p:nvSpPr>
        <p:spPr>
          <a:xfrm>
            <a:off x="1487581" y="2540246"/>
            <a:ext cx="4885787" cy="646331"/>
          </a:xfrm>
          <a:prstGeom prst="rect">
            <a:avLst/>
          </a:prstGeom>
          <a:solidFill>
            <a:schemeClr val="bg1">
              <a:lumMod val="85000"/>
            </a:schemeClr>
          </a:solidFill>
        </p:spPr>
        <p:txBody>
          <a:bodyPr wrap="square">
            <a:spAutoFit/>
          </a:bodyPr>
          <a:lstStyle/>
          <a:p>
            <a:r>
              <a:rPr lang="en-US" altLang="zh-CN" sz="1600" dirty="0">
                <a:solidFill>
                  <a:srgbClr val="8080FF"/>
                </a:solidFill>
                <a:latin typeface="LMSans8-Regular-Identity-H"/>
              </a:rPr>
              <a:t>1 </a:t>
            </a:r>
            <a:r>
              <a:rPr lang="en-US" altLang="zh-CN" dirty="0">
                <a:solidFill>
                  <a:srgbClr val="666666"/>
                </a:solidFill>
                <a:latin typeface="YaHei_Monaco-R"/>
              </a:rPr>
              <a:t>&gt;&gt;&gt; </a:t>
            </a:r>
            <a:r>
              <a:rPr lang="en-US" altLang="zh-CN" dirty="0">
                <a:solidFill>
                  <a:srgbClr val="008000"/>
                </a:solidFill>
                <a:latin typeface="YaHei_Monaco-R"/>
              </a:rPr>
              <a:t>import </a:t>
            </a:r>
            <a:r>
              <a:rPr lang="en-US" altLang="zh-CN" dirty="0" err="1" smtClean="0">
                <a:solidFill>
                  <a:srgbClr val="0000FF"/>
                </a:solidFill>
                <a:latin typeface="YaHei_Monaco-R"/>
              </a:rPr>
              <a:t>gdal</a:t>
            </a:r>
            <a:endParaRPr lang="en-US" altLang="zh-CN" dirty="0" smtClean="0">
              <a:solidFill>
                <a:srgbClr val="0000FF"/>
              </a:solidFill>
              <a:latin typeface="YaHei_Monaco-R"/>
            </a:endParaRPr>
          </a:p>
          <a:p>
            <a:r>
              <a:rPr lang="en-US" altLang="zh-CN" dirty="0" smtClean="0">
                <a:solidFill>
                  <a:srgbClr val="0000FF"/>
                </a:solidFill>
                <a:latin typeface="YaHei_Monaco-R"/>
              </a:rPr>
              <a:t>2 </a:t>
            </a:r>
            <a:r>
              <a:rPr lang="en-US" altLang="zh-CN" dirty="0" smtClean="0">
                <a:solidFill>
                  <a:schemeClr val="bg1">
                    <a:lumMod val="50000"/>
                  </a:schemeClr>
                </a:solidFill>
                <a:latin typeface="YaHei_Monaco-R"/>
              </a:rPr>
              <a:t>&gt;&gt;&gt;</a:t>
            </a:r>
            <a:r>
              <a:rPr lang="en-US" altLang="zh-CN" dirty="0" smtClean="0">
                <a:solidFill>
                  <a:srgbClr val="0000FF"/>
                </a:solidFill>
                <a:latin typeface="YaHei_Monaco-R"/>
              </a:rPr>
              <a:t> </a:t>
            </a:r>
            <a:r>
              <a:rPr lang="en-US" altLang="zh-CN" dirty="0" err="1" smtClean="0">
                <a:latin typeface="YaHei_Monaco-R"/>
              </a:rPr>
              <a:t>conda</a:t>
            </a:r>
            <a:r>
              <a:rPr lang="en-US" altLang="zh-CN" dirty="0" smtClean="0">
                <a:solidFill>
                  <a:srgbClr val="008000"/>
                </a:solidFill>
                <a:latin typeface="YaHei_Monaco-R"/>
              </a:rPr>
              <a:t> </a:t>
            </a:r>
            <a:r>
              <a:rPr lang="en-US" altLang="zh-CN" dirty="0" smtClean="0">
                <a:latin typeface="YaHei_Monaco-R"/>
              </a:rPr>
              <a:t>show </a:t>
            </a:r>
            <a:r>
              <a:rPr lang="en-US" altLang="zh-CN" dirty="0" err="1" smtClean="0">
                <a:latin typeface="YaHei_Monaco-R"/>
              </a:rPr>
              <a:t>gdal</a:t>
            </a:r>
            <a:endParaRPr lang="zh-CN" altLang="en-US" dirty="0"/>
          </a:p>
        </p:txBody>
      </p:sp>
      <p:sp>
        <p:nvSpPr>
          <p:cNvPr id="5" name="矩形 4"/>
          <p:cNvSpPr/>
          <p:nvPr/>
        </p:nvSpPr>
        <p:spPr>
          <a:xfrm>
            <a:off x="1487581" y="5557766"/>
            <a:ext cx="5804040" cy="369332"/>
          </a:xfrm>
          <a:prstGeom prst="rect">
            <a:avLst/>
          </a:prstGeom>
          <a:solidFill>
            <a:schemeClr val="bg1">
              <a:lumMod val="85000"/>
            </a:schemeClr>
          </a:solidFill>
        </p:spPr>
        <p:txBody>
          <a:bodyPr wrap="square">
            <a:spAutoFit/>
          </a:bodyPr>
          <a:lstStyle/>
          <a:p>
            <a:r>
              <a:rPr lang="en-US" altLang="zh-CN" sz="1600" dirty="0">
                <a:solidFill>
                  <a:srgbClr val="8080FF"/>
                </a:solidFill>
                <a:latin typeface="LMSans8-Regular-Identity-H"/>
              </a:rPr>
              <a:t>1 </a:t>
            </a:r>
            <a:r>
              <a:rPr lang="en-US" altLang="zh-CN" dirty="0">
                <a:solidFill>
                  <a:srgbClr val="666666"/>
                </a:solidFill>
                <a:latin typeface="YaHei_Monaco-R"/>
              </a:rPr>
              <a:t>&gt;&gt;&gt; </a:t>
            </a:r>
            <a:r>
              <a:rPr lang="en-US" altLang="zh-CN" dirty="0">
                <a:solidFill>
                  <a:srgbClr val="008000"/>
                </a:solidFill>
                <a:latin typeface="YaHei_Monaco-R"/>
              </a:rPr>
              <a:t>from </a:t>
            </a:r>
            <a:r>
              <a:rPr lang="en-US" altLang="zh-CN" dirty="0" err="1">
                <a:solidFill>
                  <a:srgbClr val="0000FF"/>
                </a:solidFill>
                <a:latin typeface="YaHei_Monaco-R"/>
              </a:rPr>
              <a:t>osgeo</a:t>
            </a:r>
            <a:r>
              <a:rPr lang="en-US" altLang="zh-CN" dirty="0">
                <a:solidFill>
                  <a:srgbClr val="0000FF"/>
                </a:solidFill>
                <a:latin typeface="YaHei_Monaco-R"/>
              </a:rPr>
              <a:t> </a:t>
            </a:r>
            <a:r>
              <a:rPr lang="en-US" altLang="zh-CN" dirty="0">
                <a:solidFill>
                  <a:srgbClr val="008000"/>
                </a:solidFill>
                <a:latin typeface="YaHei_Monaco-R"/>
              </a:rPr>
              <a:t>import </a:t>
            </a:r>
            <a:r>
              <a:rPr lang="en-US" altLang="zh-CN" dirty="0" err="1">
                <a:solidFill>
                  <a:srgbClr val="000000"/>
                </a:solidFill>
                <a:latin typeface="YaHei_Monaco-R"/>
              </a:rPr>
              <a:t>gdal</a:t>
            </a:r>
            <a:endParaRPr lang="zh-CN" altLang="en-US" dirty="0"/>
          </a:p>
        </p:txBody>
      </p:sp>
    </p:spTree>
    <p:extLst>
      <p:ext uri="{BB962C8B-B14F-4D97-AF65-F5344CB8AC3E}">
        <p14:creationId xmlns:p14="http://schemas.microsoft.com/office/powerpoint/2010/main" val="3904704945"/>
      </p:ext>
    </p:extLst>
  </p:cSld>
  <p:clrMapOvr>
    <a:masterClrMapping/>
  </p:clrMapOvr>
  <p:transition spd="slow"/>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标题 1"/>
          <p:cNvSpPr txBox="1">
            <a:spLocks/>
          </p:cNvSpPr>
          <p:nvPr/>
        </p:nvSpPr>
        <p:spPr>
          <a:xfrm>
            <a:off x="838200" y="148859"/>
            <a:ext cx="11353800" cy="714357"/>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lang="zh-CN" altLang="en-US" sz="4000" b="1" dirty="0" smtClean="0">
                <a:solidFill>
                  <a:srgbClr val="FFFFFF"/>
                </a:solidFill>
                <a:latin typeface="微软雅黑" panose="020B0503020204020204" pitchFamily="34" charset="-122"/>
                <a:ea typeface="微软雅黑" panose="020B0503020204020204" pitchFamily="34" charset="-122"/>
              </a:rPr>
              <a:t>驱动</a:t>
            </a:r>
            <a:endParaRPr kumimoji="0" lang="zh-CN" altLang="en-US" sz="4000" b="1" i="0" u="none" strike="noStrike" kern="120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j-cs"/>
            </a:endParaRPr>
          </a:p>
        </p:txBody>
      </p:sp>
      <p:sp>
        <p:nvSpPr>
          <p:cNvPr id="3" name="内容占位符 2"/>
          <p:cNvSpPr>
            <a:spLocks noGrp="1"/>
          </p:cNvSpPr>
          <p:nvPr>
            <p:ph idx="1"/>
          </p:nvPr>
        </p:nvSpPr>
        <p:spPr>
          <a:xfrm>
            <a:off x="1011936" y="1001741"/>
            <a:ext cx="10052303" cy="4851083"/>
          </a:xfrm>
        </p:spPr>
        <p:txBody>
          <a:bodyPr>
            <a:normAutofit/>
          </a:bodyPr>
          <a:lstStyle/>
          <a:p>
            <a:pPr>
              <a:lnSpc>
                <a:spcPct val="100000"/>
              </a:lnSpc>
            </a:pPr>
            <a:r>
              <a:rPr lang="zh-CN" altLang="en-US" dirty="0"/>
              <a:t>要读取某种类型的数据，必须要先载入数据驱动（</a:t>
            </a:r>
            <a:r>
              <a:rPr lang="en-US" altLang="zh-CN" dirty="0"/>
              <a:t>Driver</a:t>
            </a:r>
            <a:r>
              <a:rPr lang="zh-CN" altLang="en-US" dirty="0"/>
              <a:t>），</a:t>
            </a:r>
            <a:r>
              <a:rPr lang="zh-CN" altLang="en-US" dirty="0" smtClean="0"/>
              <a:t>也就是初始化</a:t>
            </a:r>
            <a:r>
              <a:rPr lang="zh-CN" altLang="en-US" dirty="0"/>
              <a:t>一个对象，让它“知道” 某种数据结构。</a:t>
            </a:r>
          </a:p>
          <a:p>
            <a:pPr>
              <a:lnSpc>
                <a:spcPct val="100000"/>
              </a:lnSpc>
            </a:pPr>
            <a:r>
              <a:rPr lang="en-US" altLang="zh-CN" dirty="0" smtClean="0"/>
              <a:t>1</a:t>
            </a:r>
            <a:r>
              <a:rPr lang="zh-CN" altLang="en-US" dirty="0" smtClean="0"/>
              <a:t>）使用</a:t>
            </a:r>
            <a:r>
              <a:rPr lang="zh-CN" altLang="en-US" dirty="0"/>
              <a:t>下面语句</a:t>
            </a:r>
            <a:r>
              <a:rPr lang="zh-CN" altLang="en-US" dirty="0" smtClean="0">
                <a:solidFill>
                  <a:srgbClr val="FF0000"/>
                </a:solidFill>
              </a:rPr>
              <a:t>一次性显式注册</a:t>
            </a:r>
            <a:r>
              <a:rPr lang="zh-CN" altLang="en-US" dirty="0"/>
              <a:t>所有的数据驱动，但是</a:t>
            </a:r>
            <a:r>
              <a:rPr lang="zh-CN" altLang="en-US" dirty="0" smtClean="0"/>
              <a:t>只能读不能</a:t>
            </a:r>
            <a:r>
              <a:rPr lang="zh-CN" altLang="en-US" dirty="0"/>
              <a:t>写：</a:t>
            </a:r>
            <a:endParaRPr lang="en-US" altLang="zh-CN" dirty="0" smtClean="0"/>
          </a:p>
          <a:p>
            <a:pPr marL="0" indent="0">
              <a:lnSpc>
                <a:spcPct val="100000"/>
              </a:lnSpc>
              <a:buNone/>
            </a:pPr>
            <a:endParaRPr lang="en-US" altLang="zh-CN" dirty="0"/>
          </a:p>
          <a:p>
            <a:pPr>
              <a:lnSpc>
                <a:spcPct val="100000"/>
              </a:lnSpc>
            </a:pPr>
            <a:r>
              <a:rPr lang="en-US" altLang="zh-CN" dirty="0" smtClean="0"/>
              <a:t>2</a:t>
            </a:r>
            <a:r>
              <a:rPr lang="zh-CN" altLang="en-US" dirty="0" smtClean="0"/>
              <a:t>）</a:t>
            </a:r>
            <a:r>
              <a:rPr lang="zh-CN" altLang="en-US" dirty="0" smtClean="0">
                <a:solidFill>
                  <a:srgbClr val="FF0000"/>
                </a:solidFill>
              </a:rPr>
              <a:t>单独</a:t>
            </a:r>
            <a:r>
              <a:rPr lang="zh-CN" altLang="en-US" dirty="0">
                <a:solidFill>
                  <a:srgbClr val="FF0000"/>
                </a:solidFill>
              </a:rPr>
              <a:t>注册</a:t>
            </a:r>
            <a:r>
              <a:rPr lang="zh-CN" altLang="en-US" dirty="0"/>
              <a:t>某一类型的数据驱动，可以读也可以写，可以新建数据</a:t>
            </a:r>
            <a:r>
              <a:rPr lang="zh-CN" altLang="en-US" dirty="0" smtClean="0"/>
              <a:t>集（这</a:t>
            </a:r>
            <a:r>
              <a:rPr lang="zh-CN" altLang="en-US" dirty="0"/>
              <a:t>最终还要取决于</a:t>
            </a:r>
            <a:r>
              <a:rPr lang="en-US" altLang="zh-CN" dirty="0"/>
              <a:t>GDAL </a:t>
            </a:r>
            <a:r>
              <a:rPr lang="zh-CN" altLang="en-US" dirty="0"/>
              <a:t>是否已经进行了实现）。</a:t>
            </a:r>
          </a:p>
          <a:p>
            <a:pPr>
              <a:lnSpc>
                <a:spcPct val="100000"/>
              </a:lnSpc>
            </a:pPr>
            <a:r>
              <a:rPr lang="zh-CN" altLang="en-US" dirty="0" smtClean="0"/>
              <a:t>下面</a:t>
            </a:r>
            <a:r>
              <a:rPr lang="zh-CN" altLang="en-US" dirty="0"/>
              <a:t>的语句注册了</a:t>
            </a:r>
            <a:r>
              <a:rPr lang="en-US" altLang="zh-CN" dirty="0" err="1"/>
              <a:t>Erdas</a:t>
            </a:r>
            <a:r>
              <a:rPr lang="en-US" altLang="zh-CN" dirty="0"/>
              <a:t> </a:t>
            </a:r>
            <a:r>
              <a:rPr lang="zh-CN" altLang="en-US" dirty="0"/>
              <a:t>的栅格数据</a:t>
            </a:r>
            <a:r>
              <a:rPr lang="zh-CN" altLang="en-US" dirty="0" smtClean="0"/>
              <a:t>类型：</a:t>
            </a:r>
            <a:endParaRPr lang="zh-CN" altLang="en-US" dirty="0"/>
          </a:p>
        </p:txBody>
      </p:sp>
      <p:sp>
        <p:nvSpPr>
          <p:cNvPr id="4" name="矩形 3"/>
          <p:cNvSpPr/>
          <p:nvPr/>
        </p:nvSpPr>
        <p:spPr>
          <a:xfrm>
            <a:off x="1687128" y="2966510"/>
            <a:ext cx="6231576" cy="369332"/>
          </a:xfrm>
          <a:prstGeom prst="rect">
            <a:avLst/>
          </a:prstGeom>
          <a:solidFill>
            <a:schemeClr val="bg1">
              <a:lumMod val="85000"/>
            </a:schemeClr>
          </a:solidFill>
        </p:spPr>
        <p:txBody>
          <a:bodyPr wrap="square">
            <a:spAutoFit/>
          </a:bodyPr>
          <a:lstStyle/>
          <a:p>
            <a:r>
              <a:rPr lang="en-US" altLang="zh-CN" sz="1600" dirty="0">
                <a:solidFill>
                  <a:srgbClr val="8080FF"/>
                </a:solidFill>
                <a:latin typeface="LMSans8-Regular-Identity-H"/>
              </a:rPr>
              <a:t>1 </a:t>
            </a:r>
            <a:r>
              <a:rPr lang="en-US" altLang="zh-CN" dirty="0">
                <a:solidFill>
                  <a:srgbClr val="666666"/>
                </a:solidFill>
                <a:latin typeface="YaHei_Monaco-R"/>
              </a:rPr>
              <a:t>&gt;&gt;&gt; </a:t>
            </a:r>
            <a:r>
              <a:rPr lang="en-US" altLang="zh-CN" dirty="0" err="1">
                <a:solidFill>
                  <a:srgbClr val="000000"/>
                </a:solidFill>
                <a:latin typeface="YaHei_Monaco-R"/>
              </a:rPr>
              <a:t>gdal</a:t>
            </a:r>
            <a:r>
              <a:rPr lang="en-US" altLang="zh-CN" dirty="0" err="1">
                <a:solidFill>
                  <a:srgbClr val="666666"/>
                </a:solidFill>
                <a:latin typeface="YaHei_Monaco-R"/>
              </a:rPr>
              <a:t>.</a:t>
            </a:r>
            <a:r>
              <a:rPr lang="en-US" altLang="zh-CN" dirty="0" err="1">
                <a:solidFill>
                  <a:srgbClr val="000000"/>
                </a:solidFill>
                <a:latin typeface="YaHei_Monaco-R"/>
              </a:rPr>
              <a:t>AllRegister</a:t>
            </a:r>
            <a:r>
              <a:rPr lang="en-US" altLang="zh-CN" dirty="0">
                <a:solidFill>
                  <a:srgbClr val="000000"/>
                </a:solidFill>
                <a:latin typeface="YaHei_Monaco-R"/>
              </a:rPr>
              <a:t>()</a:t>
            </a:r>
            <a:endParaRPr lang="zh-CN" altLang="en-US" dirty="0"/>
          </a:p>
        </p:txBody>
      </p:sp>
      <p:sp>
        <p:nvSpPr>
          <p:cNvPr id="5" name="矩形 4"/>
          <p:cNvSpPr/>
          <p:nvPr/>
        </p:nvSpPr>
        <p:spPr>
          <a:xfrm>
            <a:off x="1542286" y="5048813"/>
            <a:ext cx="9525000" cy="1754326"/>
          </a:xfrm>
          <a:prstGeom prst="rect">
            <a:avLst/>
          </a:prstGeom>
          <a:solidFill>
            <a:schemeClr val="bg1">
              <a:lumMod val="85000"/>
            </a:schemeClr>
          </a:solidFill>
        </p:spPr>
        <p:txBody>
          <a:bodyPr wrap="square">
            <a:spAutoFit/>
          </a:bodyPr>
          <a:lstStyle/>
          <a:p>
            <a:r>
              <a:rPr lang="en-US" altLang="zh-CN" sz="1600" dirty="0">
                <a:solidFill>
                  <a:srgbClr val="8080FF"/>
                </a:solidFill>
                <a:latin typeface="LMSans8-Regular-Identity-H"/>
              </a:rPr>
              <a:t>1 </a:t>
            </a:r>
            <a:r>
              <a:rPr lang="en-US" altLang="zh-CN" dirty="0">
                <a:solidFill>
                  <a:srgbClr val="666666"/>
                </a:solidFill>
                <a:latin typeface="YaHei_Monaco-R"/>
              </a:rPr>
              <a:t>&gt;&gt;&gt; </a:t>
            </a:r>
            <a:r>
              <a:rPr lang="en-US" altLang="zh-CN" dirty="0">
                <a:solidFill>
                  <a:srgbClr val="000000"/>
                </a:solidFill>
                <a:latin typeface="YaHei_Monaco-R"/>
              </a:rPr>
              <a:t>driver </a:t>
            </a:r>
            <a:r>
              <a:rPr lang="en-US" altLang="zh-CN" dirty="0">
                <a:solidFill>
                  <a:srgbClr val="666666"/>
                </a:solidFill>
                <a:latin typeface="YaHei_Monaco-R"/>
              </a:rPr>
              <a:t>= </a:t>
            </a:r>
            <a:r>
              <a:rPr lang="en-US" altLang="zh-CN" dirty="0" err="1">
                <a:solidFill>
                  <a:srgbClr val="000000"/>
                </a:solidFill>
                <a:latin typeface="YaHei_Monaco-R"/>
              </a:rPr>
              <a:t>gdal</a:t>
            </a:r>
            <a:r>
              <a:rPr lang="en-US" altLang="zh-CN" dirty="0" err="1">
                <a:solidFill>
                  <a:srgbClr val="666666"/>
                </a:solidFill>
                <a:latin typeface="YaHei_Monaco-R"/>
              </a:rPr>
              <a:t>.</a:t>
            </a:r>
            <a:r>
              <a:rPr lang="en-US" altLang="zh-CN" dirty="0" err="1">
                <a:solidFill>
                  <a:srgbClr val="000000"/>
                </a:solidFill>
                <a:latin typeface="YaHei_Monaco-R"/>
              </a:rPr>
              <a:t>GetDriverByName</a:t>
            </a:r>
            <a:r>
              <a:rPr lang="en-US" altLang="zh-CN" dirty="0">
                <a:solidFill>
                  <a:srgbClr val="000000"/>
                </a:solidFill>
                <a:latin typeface="YaHei_Monaco-R"/>
              </a:rPr>
              <a:t>(</a:t>
            </a:r>
            <a:r>
              <a:rPr lang="en-US" altLang="zh-CN" dirty="0">
                <a:solidFill>
                  <a:srgbClr val="BB2121"/>
                </a:solidFill>
                <a:latin typeface="YaHei_Monaco-R"/>
              </a:rPr>
              <a:t>'HFA'</a:t>
            </a:r>
            <a:r>
              <a:rPr lang="en-US" altLang="zh-CN" dirty="0">
                <a:solidFill>
                  <a:srgbClr val="000000"/>
                </a:solidFill>
                <a:latin typeface="YaHei_Monaco-R"/>
              </a:rPr>
              <a:t>)</a:t>
            </a:r>
          </a:p>
          <a:p>
            <a:r>
              <a:rPr lang="en-US" altLang="zh-CN" sz="1600" dirty="0">
                <a:solidFill>
                  <a:srgbClr val="8080FF"/>
                </a:solidFill>
                <a:latin typeface="LMSans8-Regular-Identity-H"/>
              </a:rPr>
              <a:t>2 </a:t>
            </a:r>
            <a:r>
              <a:rPr lang="en-US" altLang="zh-CN" dirty="0">
                <a:solidFill>
                  <a:srgbClr val="666666"/>
                </a:solidFill>
                <a:latin typeface="YaHei_Monaco-R"/>
              </a:rPr>
              <a:t>&gt;&gt;&gt; </a:t>
            </a:r>
            <a:r>
              <a:rPr lang="en-US" altLang="zh-CN" dirty="0" err="1">
                <a:solidFill>
                  <a:srgbClr val="000000"/>
                </a:solidFill>
                <a:latin typeface="YaHei_Monaco-R"/>
              </a:rPr>
              <a:t>driver</a:t>
            </a:r>
            <a:r>
              <a:rPr lang="en-US" altLang="zh-CN" dirty="0" err="1">
                <a:solidFill>
                  <a:srgbClr val="666666"/>
                </a:solidFill>
                <a:latin typeface="YaHei_Monaco-R"/>
              </a:rPr>
              <a:t>.</a:t>
            </a:r>
            <a:r>
              <a:rPr lang="en-US" altLang="zh-CN" dirty="0" err="1">
                <a:solidFill>
                  <a:srgbClr val="000000"/>
                </a:solidFill>
                <a:latin typeface="YaHei_Monaco-R"/>
              </a:rPr>
              <a:t>Register</a:t>
            </a:r>
            <a:r>
              <a:rPr lang="en-US" altLang="zh-CN" dirty="0">
                <a:solidFill>
                  <a:srgbClr val="000000"/>
                </a:solidFill>
                <a:latin typeface="YaHei_Monaco-R"/>
              </a:rPr>
              <a:t>()</a:t>
            </a:r>
          </a:p>
          <a:p>
            <a:r>
              <a:rPr lang="en-US" altLang="zh-CN" sz="1600" dirty="0">
                <a:solidFill>
                  <a:srgbClr val="8080FF"/>
                </a:solidFill>
                <a:latin typeface="LMSans8-Regular-Identity-H"/>
              </a:rPr>
              <a:t>3 </a:t>
            </a:r>
            <a:r>
              <a:rPr lang="en-US" altLang="zh-CN" dirty="0" smtClean="0">
                <a:solidFill>
                  <a:srgbClr val="666666"/>
                </a:solidFill>
                <a:latin typeface="YaHei_Monaco-R"/>
              </a:rPr>
              <a:t>5</a:t>
            </a:r>
          </a:p>
          <a:p>
            <a:r>
              <a:rPr lang="en-US" altLang="zh-CN" sz="1600" dirty="0">
                <a:solidFill>
                  <a:srgbClr val="8080FF"/>
                </a:solidFill>
                <a:latin typeface="LMSans8-Regular-Identity-H"/>
              </a:rPr>
              <a:t>1 </a:t>
            </a:r>
            <a:r>
              <a:rPr lang="en-US" altLang="zh-CN" dirty="0">
                <a:solidFill>
                  <a:srgbClr val="666666"/>
                </a:solidFill>
                <a:latin typeface="YaHei_Monaco-R"/>
              </a:rPr>
              <a:t>&gt;&gt;&gt; </a:t>
            </a:r>
            <a:r>
              <a:rPr lang="en-US" altLang="zh-CN" dirty="0">
                <a:solidFill>
                  <a:srgbClr val="000000"/>
                </a:solidFill>
                <a:latin typeface="YaHei_Monaco-R"/>
              </a:rPr>
              <a:t>driver </a:t>
            </a:r>
            <a:r>
              <a:rPr lang="en-US" altLang="zh-CN" dirty="0">
                <a:solidFill>
                  <a:srgbClr val="666666"/>
                </a:solidFill>
                <a:latin typeface="YaHei_Monaco-R"/>
              </a:rPr>
              <a:t>= </a:t>
            </a:r>
            <a:r>
              <a:rPr lang="en-US" altLang="zh-CN" dirty="0" err="1">
                <a:solidFill>
                  <a:srgbClr val="000000"/>
                </a:solidFill>
                <a:latin typeface="YaHei_Monaco-R"/>
              </a:rPr>
              <a:t>gdal</a:t>
            </a:r>
            <a:r>
              <a:rPr lang="en-US" altLang="zh-CN" dirty="0" err="1">
                <a:solidFill>
                  <a:srgbClr val="666666"/>
                </a:solidFill>
                <a:latin typeface="YaHei_Monaco-R"/>
              </a:rPr>
              <a:t>.</a:t>
            </a:r>
            <a:r>
              <a:rPr lang="en-US" altLang="zh-CN" dirty="0" err="1">
                <a:solidFill>
                  <a:srgbClr val="000000"/>
                </a:solidFill>
                <a:latin typeface="YaHei_Monaco-R"/>
              </a:rPr>
              <a:t>GetDriverByName</a:t>
            </a:r>
            <a:r>
              <a:rPr lang="en-US" altLang="zh-CN" dirty="0" smtClean="0">
                <a:solidFill>
                  <a:srgbClr val="000000"/>
                </a:solidFill>
                <a:latin typeface="YaHei_Monaco-R"/>
              </a:rPr>
              <a:t>(</a:t>
            </a:r>
            <a:r>
              <a:rPr lang="en-US" altLang="zh-CN" dirty="0" smtClean="0">
                <a:solidFill>
                  <a:srgbClr val="BB2121"/>
                </a:solidFill>
                <a:latin typeface="YaHei_Monaco-R"/>
              </a:rPr>
              <a:t>‘</a:t>
            </a:r>
            <a:r>
              <a:rPr lang="en-US" altLang="zh-CN" dirty="0" err="1" smtClean="0">
                <a:solidFill>
                  <a:srgbClr val="BB2121"/>
                </a:solidFill>
                <a:latin typeface="YaHei_Monaco-R"/>
              </a:rPr>
              <a:t>GeoTiff</a:t>
            </a:r>
            <a:r>
              <a:rPr lang="en-US" altLang="zh-CN" dirty="0" smtClean="0">
                <a:solidFill>
                  <a:srgbClr val="BB2121"/>
                </a:solidFill>
                <a:latin typeface="YaHei_Monaco-R"/>
              </a:rPr>
              <a:t>’</a:t>
            </a:r>
            <a:r>
              <a:rPr lang="en-US" altLang="zh-CN" dirty="0" smtClean="0">
                <a:solidFill>
                  <a:srgbClr val="000000"/>
                </a:solidFill>
                <a:latin typeface="YaHei_Monaco-R"/>
              </a:rPr>
              <a:t>)   # </a:t>
            </a:r>
            <a:r>
              <a:rPr lang="zh-CN" altLang="en-US" dirty="0" smtClean="0">
                <a:solidFill>
                  <a:srgbClr val="C00000"/>
                </a:solidFill>
                <a:latin typeface="YaHei_Monaco-R"/>
              </a:rPr>
              <a:t>正确的编码为‘</a:t>
            </a:r>
            <a:r>
              <a:rPr lang="en-US" altLang="zh-CN" dirty="0" err="1" smtClean="0">
                <a:solidFill>
                  <a:srgbClr val="C00000"/>
                </a:solidFill>
                <a:latin typeface="YaHei_Monaco-R"/>
              </a:rPr>
              <a:t>GTiff</a:t>
            </a:r>
            <a:r>
              <a:rPr lang="zh-CN" altLang="en-US" dirty="0" smtClean="0">
                <a:solidFill>
                  <a:srgbClr val="C00000"/>
                </a:solidFill>
                <a:latin typeface="YaHei_Monaco-R"/>
              </a:rPr>
              <a:t>’</a:t>
            </a:r>
            <a:r>
              <a:rPr lang="en-US" altLang="zh-CN" dirty="0" smtClean="0">
                <a:solidFill>
                  <a:srgbClr val="C00000"/>
                </a:solidFill>
                <a:latin typeface="YaHei_Monaco-R"/>
              </a:rPr>
              <a:t> </a:t>
            </a:r>
            <a:endParaRPr lang="en-US" altLang="zh-CN" dirty="0">
              <a:solidFill>
                <a:srgbClr val="C00000"/>
              </a:solidFill>
              <a:latin typeface="YaHei_Monaco-R"/>
            </a:endParaRPr>
          </a:p>
          <a:p>
            <a:r>
              <a:rPr lang="en-US" altLang="zh-CN" sz="1600" dirty="0">
                <a:solidFill>
                  <a:srgbClr val="8080FF"/>
                </a:solidFill>
                <a:latin typeface="LMSans8-Regular-Identity-H"/>
              </a:rPr>
              <a:t>2 </a:t>
            </a:r>
            <a:r>
              <a:rPr lang="en-US" altLang="zh-CN" dirty="0">
                <a:solidFill>
                  <a:srgbClr val="666666"/>
                </a:solidFill>
                <a:latin typeface="YaHei_Monaco-R"/>
              </a:rPr>
              <a:t>&gt;&gt;&gt; </a:t>
            </a:r>
            <a:r>
              <a:rPr lang="en-US" altLang="zh-CN" dirty="0">
                <a:solidFill>
                  <a:srgbClr val="000000"/>
                </a:solidFill>
                <a:latin typeface="YaHei_Monaco-R"/>
              </a:rPr>
              <a:t>driver </a:t>
            </a:r>
            <a:r>
              <a:rPr lang="en-US" altLang="zh-CN" dirty="0">
                <a:solidFill>
                  <a:srgbClr val="666666"/>
                </a:solidFill>
                <a:latin typeface="YaHei_Monaco-R"/>
              </a:rPr>
              <a:t>== </a:t>
            </a:r>
            <a:r>
              <a:rPr lang="en-US" altLang="zh-CN" dirty="0">
                <a:solidFill>
                  <a:srgbClr val="008000"/>
                </a:solidFill>
                <a:latin typeface="YaHei_Monaco-R"/>
              </a:rPr>
              <a:t>None</a:t>
            </a:r>
          </a:p>
          <a:p>
            <a:r>
              <a:rPr lang="en-US" altLang="zh-CN" sz="1600" dirty="0">
                <a:solidFill>
                  <a:srgbClr val="8080FF"/>
                </a:solidFill>
                <a:latin typeface="LMSans8-Regular-Identity-H"/>
              </a:rPr>
              <a:t>3 </a:t>
            </a:r>
            <a:r>
              <a:rPr lang="en-US" altLang="zh-CN" dirty="0">
                <a:solidFill>
                  <a:srgbClr val="008000"/>
                </a:solidFill>
                <a:latin typeface="YaHei_Monaco-R"/>
              </a:rPr>
              <a:t>True</a:t>
            </a:r>
            <a:endParaRPr lang="zh-CN" altLang="en-US" dirty="0"/>
          </a:p>
        </p:txBody>
      </p:sp>
    </p:spTree>
    <p:extLst>
      <p:ext uri="{BB962C8B-B14F-4D97-AF65-F5344CB8AC3E}">
        <p14:creationId xmlns:p14="http://schemas.microsoft.com/office/powerpoint/2010/main" val="1611804260"/>
      </p:ext>
    </p:extLst>
  </p:cSld>
  <p:clrMapOvr>
    <a:masterClrMapping/>
  </p:clrMapOvr>
  <p:transition spd="slow"/>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标题 1"/>
          <p:cNvSpPr txBox="1">
            <a:spLocks/>
          </p:cNvSpPr>
          <p:nvPr/>
        </p:nvSpPr>
        <p:spPr>
          <a:xfrm>
            <a:off x="838200" y="148859"/>
            <a:ext cx="11353800" cy="714357"/>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lang="zh-CN" altLang="en-US" sz="4000" b="1" dirty="0" smtClean="0">
                <a:solidFill>
                  <a:srgbClr val="FFFFFF"/>
                </a:solidFill>
                <a:latin typeface="微软雅黑" panose="020B0503020204020204" pitchFamily="34" charset="-122"/>
                <a:ea typeface="微软雅黑" panose="020B0503020204020204" pitchFamily="34" charset="-122"/>
              </a:rPr>
              <a:t>列出驱动</a:t>
            </a:r>
            <a:endParaRPr kumimoji="0" lang="zh-CN" altLang="en-US" sz="4000" b="1" i="0" u="none" strike="noStrike" kern="120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j-cs"/>
            </a:endParaRPr>
          </a:p>
        </p:txBody>
      </p:sp>
      <p:sp>
        <p:nvSpPr>
          <p:cNvPr id="3" name="内容占位符 2"/>
          <p:cNvSpPr>
            <a:spLocks noGrp="1"/>
          </p:cNvSpPr>
          <p:nvPr>
            <p:ph idx="1"/>
          </p:nvPr>
        </p:nvSpPr>
        <p:spPr>
          <a:xfrm>
            <a:off x="548673" y="1398231"/>
            <a:ext cx="5729343" cy="5352193"/>
          </a:xfrm>
        </p:spPr>
        <p:txBody>
          <a:bodyPr>
            <a:normAutofit/>
          </a:bodyPr>
          <a:lstStyle/>
          <a:p>
            <a:pPr>
              <a:lnSpc>
                <a:spcPct val="100000"/>
              </a:lnSpc>
            </a:pPr>
            <a:r>
              <a:rPr lang="zh-CN" altLang="en-US" sz="2600" i="1" dirty="0"/>
              <a:t> </a:t>
            </a:r>
            <a:r>
              <a:rPr lang="zh-CN" altLang="en-US" sz="2600" dirty="0"/>
              <a:t>对于不同的</a:t>
            </a:r>
            <a:r>
              <a:rPr lang="en-US" altLang="zh-CN" sz="2600" dirty="0"/>
              <a:t>GDAL </a:t>
            </a:r>
            <a:r>
              <a:rPr lang="zh-CN" altLang="en-US" sz="2600" dirty="0"/>
              <a:t>的版本与编译选项的不同，下面程序的结果是</a:t>
            </a:r>
            <a:r>
              <a:rPr lang="zh-CN" altLang="en-US" sz="2600" dirty="0" smtClean="0"/>
              <a:t>不一样</a:t>
            </a:r>
            <a:r>
              <a:rPr lang="zh-CN" altLang="en-US" sz="2600" dirty="0"/>
              <a:t>的</a:t>
            </a:r>
            <a:r>
              <a:rPr lang="zh-CN" altLang="en-US" sz="2600" dirty="0" smtClean="0"/>
              <a:t>。</a:t>
            </a:r>
            <a:endParaRPr lang="en-US" altLang="zh-CN" sz="2600" dirty="0" smtClean="0"/>
          </a:p>
          <a:p>
            <a:pPr>
              <a:lnSpc>
                <a:spcPct val="100000"/>
              </a:lnSpc>
            </a:pPr>
            <a:r>
              <a:rPr lang="en-US" altLang="zh-CN" sz="2600" dirty="0" smtClean="0"/>
              <a:t>GDAL </a:t>
            </a:r>
            <a:r>
              <a:rPr lang="zh-CN" altLang="en-US" sz="2600" dirty="0"/>
              <a:t>还可以使用</a:t>
            </a:r>
            <a:r>
              <a:rPr lang="en-US" altLang="zh-CN" sz="2600" dirty="0" err="1"/>
              <a:t>GetDriver</a:t>
            </a:r>
            <a:r>
              <a:rPr lang="en-US" altLang="zh-CN" sz="2600" dirty="0"/>
              <a:t>() </a:t>
            </a:r>
            <a:r>
              <a:rPr lang="zh-CN" altLang="en-US" sz="2600" dirty="0"/>
              <a:t>获得驱动</a:t>
            </a:r>
          </a:p>
          <a:p>
            <a:pPr>
              <a:lnSpc>
                <a:spcPct val="100000"/>
              </a:lnSpc>
            </a:pPr>
            <a:r>
              <a:rPr lang="zh-CN" altLang="en-US" sz="2600" i="1" dirty="0"/>
              <a:t> </a:t>
            </a:r>
            <a:r>
              <a:rPr lang="zh-CN" altLang="en-US" sz="2600" dirty="0"/>
              <a:t>一般情况下要使用</a:t>
            </a:r>
            <a:r>
              <a:rPr lang="en-US" altLang="zh-CN" sz="2600" dirty="0" err="1"/>
              <a:t>gdal.GetDriverByName</a:t>
            </a:r>
            <a:r>
              <a:rPr lang="en-US" altLang="zh-CN" sz="2600" dirty="0"/>
              <a:t>() </a:t>
            </a:r>
            <a:r>
              <a:rPr lang="zh-CN" altLang="en-US" sz="2600" dirty="0"/>
              <a:t>这个</a:t>
            </a:r>
            <a:r>
              <a:rPr lang="zh-CN" altLang="en-US" sz="2600" dirty="0" smtClean="0"/>
              <a:t>函数</a:t>
            </a:r>
            <a:endParaRPr lang="en-US" altLang="zh-CN" sz="2600" dirty="0" smtClean="0"/>
          </a:p>
          <a:p>
            <a:pPr lvl="0" algn="just">
              <a:lnSpc>
                <a:spcPct val="100000"/>
              </a:lnSpc>
            </a:pPr>
            <a:r>
              <a:rPr lang="zh-CN" altLang="zh-CN" sz="2600" dirty="0"/>
              <a:t>虽然在某些环境下不注册也能</a:t>
            </a:r>
            <a:r>
              <a:rPr lang="zh-CN" altLang="zh-CN" sz="2600" dirty="0" smtClean="0"/>
              <a:t>读取</a:t>
            </a:r>
            <a:r>
              <a:rPr lang="zh-CN" altLang="en-US" sz="2600" dirty="0" smtClean="0"/>
              <a:t>数据，</a:t>
            </a:r>
            <a:r>
              <a:rPr lang="zh-CN" altLang="zh-CN" sz="2600" dirty="0" smtClean="0"/>
              <a:t>但</a:t>
            </a:r>
            <a:r>
              <a:rPr lang="zh-CN" altLang="zh-CN" sz="2600" dirty="0"/>
              <a:t>显</a:t>
            </a:r>
            <a:r>
              <a:rPr lang="zh-CN" altLang="zh-CN" sz="2600" dirty="0" smtClean="0"/>
              <a:t>式</a:t>
            </a:r>
            <a:r>
              <a:rPr lang="zh-CN" altLang="en-US" sz="2600" dirty="0" smtClean="0"/>
              <a:t>调用</a:t>
            </a:r>
            <a:r>
              <a:rPr lang="zh-CN" altLang="zh-CN" sz="2600" dirty="0"/>
              <a:t> gdal.AllRegister</a:t>
            </a:r>
            <a:r>
              <a:rPr lang="zh-CN" altLang="zh-CN" sz="2600" dirty="0" smtClean="0"/>
              <a:t>()</a:t>
            </a:r>
            <a:r>
              <a:rPr lang="zh-CN" altLang="en-US" sz="2600" dirty="0" smtClean="0"/>
              <a:t>或单独注册</a:t>
            </a:r>
            <a:r>
              <a:rPr lang="zh-CN" altLang="zh-CN" sz="2600" dirty="0" smtClean="0"/>
              <a:t>是</a:t>
            </a:r>
            <a:r>
              <a:rPr lang="zh-CN" altLang="zh-CN" sz="2600" dirty="0"/>
              <a:t>更规范、</a:t>
            </a:r>
            <a:r>
              <a:rPr lang="zh-CN" altLang="zh-CN" sz="2600" dirty="0" smtClean="0"/>
              <a:t>更</a:t>
            </a:r>
            <a:r>
              <a:rPr lang="zh-CN" altLang="en-US" sz="2600" dirty="0" smtClean="0"/>
              <a:t>兼容</a:t>
            </a:r>
            <a:r>
              <a:rPr lang="zh-CN" altLang="zh-CN" sz="2600" dirty="0" smtClean="0"/>
              <a:t>的</a:t>
            </a:r>
            <a:r>
              <a:rPr lang="zh-CN" altLang="zh-CN" sz="2600" dirty="0"/>
              <a:t>做法，能避免因环境差异导致的潜在问题。 </a:t>
            </a:r>
          </a:p>
          <a:p>
            <a:pPr>
              <a:lnSpc>
                <a:spcPct val="100000"/>
              </a:lnSpc>
            </a:pPr>
            <a:endParaRPr lang="zh-CN" altLang="en-US" sz="2600" dirty="0"/>
          </a:p>
        </p:txBody>
      </p:sp>
      <p:sp>
        <p:nvSpPr>
          <p:cNvPr id="2" name="矩形 1"/>
          <p:cNvSpPr/>
          <p:nvPr/>
        </p:nvSpPr>
        <p:spPr>
          <a:xfrm>
            <a:off x="6439380" y="1317549"/>
            <a:ext cx="5752619" cy="1169551"/>
          </a:xfrm>
          <a:prstGeom prst="rect">
            <a:avLst/>
          </a:prstGeom>
          <a:solidFill>
            <a:schemeClr val="bg1">
              <a:lumMod val="85000"/>
            </a:schemeClr>
          </a:solidFill>
        </p:spPr>
        <p:txBody>
          <a:bodyPr wrap="square">
            <a:spAutoFit/>
          </a:bodyPr>
          <a:lstStyle/>
          <a:p>
            <a:r>
              <a:rPr lang="en-US" altLang="zh-CN" sz="1600" dirty="0">
                <a:solidFill>
                  <a:srgbClr val="8080FF"/>
                </a:solidFill>
                <a:latin typeface="LMSans8-Regular-Identity-H"/>
              </a:rPr>
              <a:t>1 </a:t>
            </a:r>
            <a:r>
              <a:rPr lang="en-US" altLang="zh-CN" sz="1600" dirty="0" smtClean="0">
                <a:solidFill>
                  <a:srgbClr val="C00000"/>
                </a:solidFill>
                <a:latin typeface="LMSans8-Regular-Identity-H"/>
              </a:rPr>
              <a:t>#</a:t>
            </a:r>
            <a:r>
              <a:rPr lang="zh-CN" altLang="en-US" sz="1600" dirty="0" smtClean="0">
                <a:solidFill>
                  <a:srgbClr val="C00000"/>
                </a:solidFill>
                <a:latin typeface="LMSans8-Regular-Identity-H"/>
              </a:rPr>
              <a:t>获取系统支持的所有驱动的数目</a:t>
            </a:r>
            <a:endParaRPr lang="en-US" altLang="zh-CN" sz="1600" dirty="0" smtClean="0">
              <a:solidFill>
                <a:srgbClr val="C00000"/>
              </a:solidFill>
              <a:latin typeface="LMSans8-Regular-Identity-H"/>
            </a:endParaRPr>
          </a:p>
          <a:p>
            <a:r>
              <a:rPr lang="en-US" altLang="zh-CN" sz="1600" dirty="0" smtClean="0">
                <a:solidFill>
                  <a:srgbClr val="8080FF"/>
                </a:solidFill>
                <a:latin typeface="LMSans8-Regular-Identity-H"/>
              </a:rPr>
              <a:t>2 </a:t>
            </a:r>
            <a:r>
              <a:rPr lang="en-US" altLang="zh-CN" dirty="0" smtClean="0">
                <a:solidFill>
                  <a:srgbClr val="666666"/>
                </a:solidFill>
                <a:latin typeface="YaHei_Monaco-R"/>
              </a:rPr>
              <a:t>&gt;&gt;&gt; </a:t>
            </a:r>
            <a:r>
              <a:rPr lang="en-US" altLang="zh-CN" dirty="0" err="1">
                <a:solidFill>
                  <a:srgbClr val="000000"/>
                </a:solidFill>
                <a:latin typeface="YaHei_Monaco-R"/>
              </a:rPr>
              <a:t>drv_count</a:t>
            </a:r>
            <a:r>
              <a:rPr lang="en-US" altLang="zh-CN" dirty="0">
                <a:solidFill>
                  <a:srgbClr val="000000"/>
                </a:solidFill>
                <a:latin typeface="YaHei_Monaco-R"/>
              </a:rPr>
              <a:t> </a:t>
            </a:r>
            <a:r>
              <a:rPr lang="en-US" altLang="zh-CN" dirty="0">
                <a:solidFill>
                  <a:srgbClr val="666666"/>
                </a:solidFill>
                <a:latin typeface="YaHei_Monaco-R"/>
              </a:rPr>
              <a:t>= </a:t>
            </a:r>
            <a:r>
              <a:rPr lang="en-US" altLang="zh-CN" dirty="0" err="1">
                <a:solidFill>
                  <a:srgbClr val="000000"/>
                </a:solidFill>
                <a:latin typeface="YaHei_Monaco-R"/>
              </a:rPr>
              <a:t>gdal</a:t>
            </a:r>
            <a:r>
              <a:rPr lang="en-US" altLang="zh-CN" dirty="0" err="1">
                <a:solidFill>
                  <a:srgbClr val="666666"/>
                </a:solidFill>
                <a:latin typeface="YaHei_Monaco-R"/>
              </a:rPr>
              <a:t>.</a:t>
            </a:r>
            <a:r>
              <a:rPr lang="en-US" altLang="zh-CN" dirty="0" err="1">
                <a:solidFill>
                  <a:srgbClr val="000000"/>
                </a:solidFill>
                <a:latin typeface="YaHei_Monaco-R"/>
              </a:rPr>
              <a:t>GetDriverCount</a:t>
            </a:r>
            <a:r>
              <a:rPr lang="en-US" altLang="zh-CN" dirty="0">
                <a:solidFill>
                  <a:srgbClr val="000000"/>
                </a:solidFill>
                <a:latin typeface="YaHei_Monaco-R"/>
              </a:rPr>
              <a:t>()</a:t>
            </a:r>
          </a:p>
          <a:p>
            <a:r>
              <a:rPr lang="en-US" altLang="zh-CN" sz="1600" dirty="0" smtClean="0">
                <a:solidFill>
                  <a:srgbClr val="8080FF"/>
                </a:solidFill>
                <a:latin typeface="LMSans8-Regular-Identity-H"/>
              </a:rPr>
              <a:t>3 </a:t>
            </a:r>
            <a:r>
              <a:rPr lang="en-US" altLang="zh-CN" dirty="0">
                <a:solidFill>
                  <a:srgbClr val="666666"/>
                </a:solidFill>
                <a:latin typeface="YaHei_Monaco-R"/>
              </a:rPr>
              <a:t>&gt;&gt;&gt; </a:t>
            </a:r>
            <a:r>
              <a:rPr lang="en-US" altLang="zh-CN" dirty="0" err="1">
                <a:solidFill>
                  <a:srgbClr val="000000"/>
                </a:solidFill>
                <a:latin typeface="YaHei_Monaco-R"/>
              </a:rPr>
              <a:t>drv_count</a:t>
            </a:r>
            <a:endParaRPr lang="en-US" altLang="zh-CN" dirty="0">
              <a:solidFill>
                <a:srgbClr val="000000"/>
              </a:solidFill>
              <a:latin typeface="YaHei_Monaco-R"/>
            </a:endParaRPr>
          </a:p>
          <a:p>
            <a:r>
              <a:rPr lang="en-US" altLang="zh-CN" sz="1600" dirty="0" smtClean="0">
                <a:solidFill>
                  <a:srgbClr val="8080FF"/>
                </a:solidFill>
                <a:latin typeface="LMSans8-Regular-Identity-H"/>
              </a:rPr>
              <a:t>4 </a:t>
            </a:r>
            <a:r>
              <a:rPr lang="en-US" altLang="zh-CN" dirty="0">
                <a:solidFill>
                  <a:srgbClr val="666666"/>
                </a:solidFill>
                <a:latin typeface="YaHei_Monaco-R"/>
              </a:rPr>
              <a:t>202</a:t>
            </a:r>
            <a:endParaRPr lang="zh-CN" altLang="en-US" dirty="0"/>
          </a:p>
        </p:txBody>
      </p:sp>
      <p:sp>
        <p:nvSpPr>
          <p:cNvPr id="4" name="矩形 3"/>
          <p:cNvSpPr/>
          <p:nvPr/>
        </p:nvSpPr>
        <p:spPr>
          <a:xfrm>
            <a:off x="6439381" y="2789031"/>
            <a:ext cx="5752619" cy="3693319"/>
          </a:xfrm>
          <a:prstGeom prst="rect">
            <a:avLst/>
          </a:prstGeom>
          <a:solidFill>
            <a:schemeClr val="bg1">
              <a:lumMod val="85000"/>
            </a:schemeClr>
          </a:solidFill>
        </p:spPr>
        <p:txBody>
          <a:bodyPr wrap="square">
            <a:spAutoFit/>
          </a:bodyPr>
          <a:lstStyle/>
          <a:p>
            <a:r>
              <a:rPr lang="en-US" altLang="zh-CN" sz="1600" dirty="0">
                <a:solidFill>
                  <a:srgbClr val="8080FF"/>
                </a:solidFill>
                <a:latin typeface="LMSans8-Regular-Identity-H"/>
              </a:rPr>
              <a:t>1 </a:t>
            </a:r>
            <a:r>
              <a:rPr lang="en-US" altLang="zh-CN" dirty="0">
                <a:solidFill>
                  <a:srgbClr val="666666"/>
                </a:solidFill>
                <a:latin typeface="YaHei_Monaco-R"/>
              </a:rPr>
              <a:t>&gt;&gt;&gt; </a:t>
            </a:r>
            <a:r>
              <a:rPr lang="en-US" altLang="zh-CN" dirty="0">
                <a:solidFill>
                  <a:srgbClr val="008000"/>
                </a:solidFill>
                <a:latin typeface="YaHei_Monaco-R"/>
              </a:rPr>
              <a:t>for </a:t>
            </a:r>
            <a:r>
              <a:rPr lang="en-US" altLang="zh-CN" dirty="0" err="1">
                <a:solidFill>
                  <a:srgbClr val="000000"/>
                </a:solidFill>
                <a:latin typeface="YaHei_Monaco-R"/>
              </a:rPr>
              <a:t>idx</a:t>
            </a:r>
            <a:r>
              <a:rPr lang="en-US" altLang="zh-CN" dirty="0">
                <a:solidFill>
                  <a:srgbClr val="000000"/>
                </a:solidFill>
                <a:latin typeface="YaHei_Monaco-R"/>
              </a:rPr>
              <a:t> </a:t>
            </a:r>
            <a:r>
              <a:rPr lang="en-US" altLang="zh-CN" dirty="0">
                <a:solidFill>
                  <a:srgbClr val="AC21FF"/>
                </a:solidFill>
                <a:latin typeface="YaHei_Monaco-R"/>
              </a:rPr>
              <a:t>in </a:t>
            </a:r>
            <a:r>
              <a:rPr lang="en-US" altLang="zh-CN" dirty="0">
                <a:solidFill>
                  <a:srgbClr val="008000"/>
                </a:solidFill>
                <a:latin typeface="YaHei_Monaco-R"/>
              </a:rPr>
              <a:t>range</a:t>
            </a:r>
            <a:r>
              <a:rPr lang="en-US" altLang="zh-CN" dirty="0">
                <a:solidFill>
                  <a:srgbClr val="000000"/>
                </a:solidFill>
                <a:latin typeface="YaHei_Monaco-R"/>
              </a:rPr>
              <a:t>(</a:t>
            </a:r>
            <a:r>
              <a:rPr lang="en-US" altLang="zh-CN" dirty="0">
                <a:solidFill>
                  <a:srgbClr val="666666"/>
                </a:solidFill>
                <a:latin typeface="YaHei_Monaco-R"/>
              </a:rPr>
              <a:t>10</a:t>
            </a:r>
            <a:r>
              <a:rPr lang="en-US" altLang="zh-CN" dirty="0">
                <a:solidFill>
                  <a:srgbClr val="000000"/>
                </a:solidFill>
                <a:latin typeface="YaHei_Monaco-R"/>
              </a:rPr>
              <a:t>):</a:t>
            </a:r>
          </a:p>
          <a:p>
            <a:r>
              <a:rPr lang="en-US" altLang="zh-CN" sz="1600" dirty="0">
                <a:solidFill>
                  <a:srgbClr val="8080FF"/>
                </a:solidFill>
                <a:latin typeface="LMSans8-Regular-Identity-H"/>
              </a:rPr>
              <a:t>2 </a:t>
            </a:r>
            <a:r>
              <a:rPr lang="en-US" altLang="zh-CN" dirty="0" smtClean="0">
                <a:solidFill>
                  <a:srgbClr val="666666"/>
                </a:solidFill>
                <a:latin typeface="YaHei_Monaco-R"/>
              </a:rPr>
              <a:t>	</a:t>
            </a:r>
            <a:r>
              <a:rPr lang="en-US" altLang="zh-CN" dirty="0" smtClean="0">
                <a:solidFill>
                  <a:srgbClr val="000000"/>
                </a:solidFill>
                <a:latin typeface="YaHei_Monaco-R"/>
              </a:rPr>
              <a:t>driver </a:t>
            </a:r>
            <a:r>
              <a:rPr lang="en-US" altLang="zh-CN" dirty="0">
                <a:solidFill>
                  <a:srgbClr val="666666"/>
                </a:solidFill>
                <a:latin typeface="YaHei_Monaco-R"/>
              </a:rPr>
              <a:t>= </a:t>
            </a:r>
            <a:r>
              <a:rPr lang="en-US" altLang="zh-CN" dirty="0" err="1">
                <a:solidFill>
                  <a:srgbClr val="000000"/>
                </a:solidFill>
                <a:latin typeface="YaHei_Monaco-R"/>
              </a:rPr>
              <a:t>gdal</a:t>
            </a:r>
            <a:r>
              <a:rPr lang="en-US" altLang="zh-CN" dirty="0" err="1">
                <a:solidFill>
                  <a:srgbClr val="666666"/>
                </a:solidFill>
                <a:latin typeface="YaHei_Monaco-R"/>
              </a:rPr>
              <a:t>.</a:t>
            </a:r>
            <a:r>
              <a:rPr lang="en-US" altLang="zh-CN" dirty="0" err="1">
                <a:solidFill>
                  <a:srgbClr val="000000"/>
                </a:solidFill>
                <a:latin typeface="YaHei_Monaco-R"/>
              </a:rPr>
              <a:t>GetDriver</a:t>
            </a:r>
            <a:r>
              <a:rPr lang="en-US" altLang="zh-CN" dirty="0">
                <a:solidFill>
                  <a:srgbClr val="000000"/>
                </a:solidFill>
                <a:latin typeface="YaHei_Monaco-R"/>
              </a:rPr>
              <a:t>(</a:t>
            </a:r>
            <a:r>
              <a:rPr lang="en-US" altLang="zh-CN" dirty="0" err="1">
                <a:solidFill>
                  <a:srgbClr val="000000"/>
                </a:solidFill>
                <a:latin typeface="YaHei_Monaco-R"/>
              </a:rPr>
              <a:t>idx</a:t>
            </a:r>
            <a:r>
              <a:rPr lang="en-US" altLang="zh-CN" dirty="0">
                <a:solidFill>
                  <a:srgbClr val="000000"/>
                </a:solidFill>
                <a:latin typeface="YaHei_Monaco-R"/>
              </a:rPr>
              <a:t>)</a:t>
            </a:r>
          </a:p>
          <a:p>
            <a:r>
              <a:rPr lang="en-US" altLang="zh-CN" sz="1600" dirty="0">
                <a:solidFill>
                  <a:srgbClr val="8080FF"/>
                </a:solidFill>
                <a:latin typeface="LMSans8-Regular-Identity-H"/>
              </a:rPr>
              <a:t>3 </a:t>
            </a:r>
            <a:r>
              <a:rPr lang="en-US" altLang="zh-CN" dirty="0">
                <a:solidFill>
                  <a:srgbClr val="666666"/>
                </a:solidFill>
                <a:latin typeface="YaHei_Monaco-R"/>
              </a:rPr>
              <a:t>... </a:t>
            </a:r>
            <a:r>
              <a:rPr lang="en-US" altLang="zh-CN" dirty="0" smtClean="0">
                <a:solidFill>
                  <a:srgbClr val="666666"/>
                </a:solidFill>
                <a:latin typeface="YaHei_Monaco-R"/>
              </a:rPr>
              <a:t>  </a:t>
            </a:r>
            <a:r>
              <a:rPr lang="en-US" altLang="zh-CN" dirty="0" smtClean="0">
                <a:solidFill>
                  <a:srgbClr val="008000"/>
                </a:solidFill>
                <a:latin typeface="YaHei_Monaco-R"/>
              </a:rPr>
              <a:t>print</a:t>
            </a:r>
            <a:r>
              <a:rPr lang="en-US" altLang="zh-CN" dirty="0">
                <a:solidFill>
                  <a:srgbClr val="000000"/>
                </a:solidFill>
                <a:latin typeface="YaHei_Monaco-R"/>
              </a:rPr>
              <a:t>( </a:t>
            </a:r>
            <a:r>
              <a:rPr lang="en-US" altLang="zh-CN" dirty="0">
                <a:solidFill>
                  <a:srgbClr val="BB2121"/>
                </a:solidFill>
                <a:latin typeface="YaHei_Monaco-R"/>
              </a:rPr>
              <a:t>"</a:t>
            </a:r>
            <a:r>
              <a:rPr lang="en-US" altLang="zh-CN" dirty="0">
                <a:solidFill>
                  <a:srgbClr val="BB6688"/>
                </a:solidFill>
                <a:latin typeface="YaHei_Monaco-R"/>
              </a:rPr>
              <a:t>%10s</a:t>
            </a:r>
            <a:r>
              <a:rPr lang="en-US" altLang="zh-CN" dirty="0">
                <a:solidFill>
                  <a:srgbClr val="BB2121"/>
                </a:solidFill>
                <a:latin typeface="YaHei_Monaco-R"/>
              </a:rPr>
              <a:t>: </a:t>
            </a:r>
            <a:r>
              <a:rPr lang="en-US" altLang="zh-CN" dirty="0">
                <a:solidFill>
                  <a:srgbClr val="BB6688"/>
                </a:solidFill>
                <a:latin typeface="YaHei_Monaco-R"/>
              </a:rPr>
              <a:t>%s</a:t>
            </a:r>
            <a:r>
              <a:rPr lang="en-US" altLang="zh-CN" dirty="0">
                <a:solidFill>
                  <a:srgbClr val="BB2121"/>
                </a:solidFill>
                <a:latin typeface="YaHei_Monaco-R"/>
              </a:rPr>
              <a:t>" </a:t>
            </a:r>
            <a:r>
              <a:rPr lang="en-US" altLang="zh-CN" dirty="0">
                <a:solidFill>
                  <a:srgbClr val="666666"/>
                </a:solidFill>
                <a:latin typeface="YaHei_Monaco-R"/>
              </a:rPr>
              <a:t>% </a:t>
            </a:r>
            <a:r>
              <a:rPr lang="en-US" altLang="zh-CN" dirty="0">
                <a:solidFill>
                  <a:srgbClr val="000000"/>
                </a:solidFill>
                <a:latin typeface="YaHei_Monaco-R"/>
              </a:rPr>
              <a:t>(</a:t>
            </a:r>
            <a:r>
              <a:rPr lang="en-US" altLang="zh-CN" dirty="0" err="1">
                <a:solidFill>
                  <a:srgbClr val="000000"/>
                </a:solidFill>
                <a:latin typeface="YaHei_Monaco-R"/>
              </a:rPr>
              <a:t>driver</a:t>
            </a:r>
            <a:r>
              <a:rPr lang="en-US" altLang="zh-CN" dirty="0" err="1">
                <a:solidFill>
                  <a:srgbClr val="666666"/>
                </a:solidFill>
                <a:latin typeface="YaHei_Monaco-R"/>
              </a:rPr>
              <a:t>.</a:t>
            </a:r>
            <a:r>
              <a:rPr lang="en-US" altLang="zh-CN" dirty="0" err="1">
                <a:solidFill>
                  <a:srgbClr val="000000"/>
                </a:solidFill>
                <a:latin typeface="YaHei_Monaco-R"/>
              </a:rPr>
              <a:t>ShortName</a:t>
            </a:r>
            <a:r>
              <a:rPr lang="en-US" altLang="zh-CN" dirty="0">
                <a:solidFill>
                  <a:srgbClr val="000000"/>
                </a:solidFill>
                <a:latin typeface="YaHei_Monaco-R"/>
              </a:rPr>
              <a:t>, </a:t>
            </a:r>
            <a:r>
              <a:rPr lang="en-US" altLang="zh-CN" dirty="0" smtClean="0">
                <a:solidFill>
                  <a:srgbClr val="000000"/>
                </a:solidFill>
                <a:latin typeface="YaHei_Monaco-R"/>
              </a:rPr>
              <a:t>		</a:t>
            </a:r>
            <a:r>
              <a:rPr lang="en-US" altLang="zh-CN" dirty="0" err="1" smtClean="0">
                <a:solidFill>
                  <a:srgbClr val="000000"/>
                </a:solidFill>
                <a:latin typeface="YaHei_Monaco-R"/>
              </a:rPr>
              <a:t>driver</a:t>
            </a:r>
            <a:r>
              <a:rPr lang="en-US" altLang="zh-CN" dirty="0" err="1" smtClean="0">
                <a:solidFill>
                  <a:srgbClr val="666666"/>
                </a:solidFill>
                <a:latin typeface="YaHei_Monaco-R"/>
              </a:rPr>
              <a:t>.</a:t>
            </a:r>
            <a:r>
              <a:rPr lang="en-US" altLang="zh-CN" dirty="0" err="1" smtClean="0">
                <a:solidFill>
                  <a:srgbClr val="000000"/>
                </a:solidFill>
                <a:latin typeface="YaHei_Monaco-R"/>
              </a:rPr>
              <a:t>LongName</a:t>
            </a:r>
            <a:r>
              <a:rPr lang="en-US" altLang="zh-CN" dirty="0">
                <a:solidFill>
                  <a:srgbClr val="000000"/>
                </a:solidFill>
                <a:latin typeface="YaHei_Monaco-R"/>
              </a:rPr>
              <a:t>))</a:t>
            </a:r>
          </a:p>
          <a:p>
            <a:r>
              <a:rPr lang="en-US" altLang="zh-CN" sz="1600" dirty="0">
                <a:solidFill>
                  <a:srgbClr val="8080FF"/>
                </a:solidFill>
                <a:latin typeface="LMSans8-Regular-Identity-H"/>
              </a:rPr>
              <a:t>4 </a:t>
            </a:r>
            <a:r>
              <a:rPr lang="en-US" altLang="zh-CN" dirty="0">
                <a:solidFill>
                  <a:srgbClr val="666666"/>
                </a:solidFill>
                <a:latin typeface="YaHei_Monaco-R"/>
              </a:rPr>
              <a:t>...</a:t>
            </a:r>
          </a:p>
          <a:p>
            <a:r>
              <a:rPr lang="en-US" altLang="zh-CN" sz="1600" dirty="0">
                <a:solidFill>
                  <a:srgbClr val="8080FF"/>
                </a:solidFill>
                <a:latin typeface="LMSans8-Regular-Identity-H"/>
              </a:rPr>
              <a:t>5 </a:t>
            </a:r>
            <a:r>
              <a:rPr lang="en-US" altLang="zh-CN" sz="1600" dirty="0" smtClean="0">
                <a:solidFill>
                  <a:srgbClr val="8080FF"/>
                </a:solidFill>
                <a:latin typeface="LMSans8-Regular-Identity-H"/>
              </a:rPr>
              <a:t>	</a:t>
            </a:r>
            <a:r>
              <a:rPr lang="en-US" altLang="zh-CN" dirty="0" smtClean="0">
                <a:solidFill>
                  <a:srgbClr val="000000"/>
                </a:solidFill>
                <a:latin typeface="YaHei_Monaco-R"/>
              </a:rPr>
              <a:t>VRT</a:t>
            </a:r>
            <a:r>
              <a:rPr lang="en-US" altLang="zh-CN" dirty="0">
                <a:solidFill>
                  <a:srgbClr val="000000"/>
                </a:solidFill>
                <a:latin typeface="YaHei_Monaco-R"/>
              </a:rPr>
              <a:t>: Virtual Raster</a:t>
            </a:r>
          </a:p>
          <a:p>
            <a:r>
              <a:rPr lang="en-US" altLang="zh-CN" sz="1600" dirty="0">
                <a:solidFill>
                  <a:srgbClr val="8080FF"/>
                </a:solidFill>
                <a:latin typeface="LMSans8-Regular-Identity-H"/>
              </a:rPr>
              <a:t>6 </a:t>
            </a:r>
            <a:r>
              <a:rPr lang="en-US" altLang="zh-CN" sz="1600" dirty="0" smtClean="0">
                <a:solidFill>
                  <a:srgbClr val="8080FF"/>
                </a:solidFill>
                <a:latin typeface="LMSans8-Regular-Identity-H"/>
              </a:rPr>
              <a:t>	</a:t>
            </a:r>
            <a:r>
              <a:rPr lang="en-US" altLang="zh-CN" dirty="0" err="1" smtClean="0">
                <a:solidFill>
                  <a:srgbClr val="000000"/>
                </a:solidFill>
                <a:latin typeface="YaHei_Monaco-R"/>
              </a:rPr>
              <a:t>GTiff</a:t>
            </a:r>
            <a:r>
              <a:rPr lang="en-US" altLang="zh-CN" dirty="0">
                <a:solidFill>
                  <a:srgbClr val="000000"/>
                </a:solidFill>
                <a:latin typeface="YaHei_Monaco-R"/>
              </a:rPr>
              <a:t>: </a:t>
            </a:r>
            <a:r>
              <a:rPr lang="en-US" altLang="zh-CN" dirty="0" err="1">
                <a:solidFill>
                  <a:srgbClr val="000000"/>
                </a:solidFill>
                <a:latin typeface="YaHei_Monaco-R"/>
              </a:rPr>
              <a:t>GeoTIFF</a:t>
            </a:r>
            <a:endParaRPr lang="en-US" altLang="zh-CN" dirty="0">
              <a:solidFill>
                <a:srgbClr val="000000"/>
              </a:solidFill>
              <a:latin typeface="YaHei_Monaco-R"/>
            </a:endParaRPr>
          </a:p>
          <a:p>
            <a:r>
              <a:rPr lang="en-US" altLang="zh-CN" sz="1600" dirty="0">
                <a:solidFill>
                  <a:srgbClr val="8080FF"/>
                </a:solidFill>
                <a:latin typeface="LMSans8-Regular-Identity-H"/>
              </a:rPr>
              <a:t>7 </a:t>
            </a:r>
            <a:r>
              <a:rPr lang="en-US" altLang="zh-CN" sz="1600" dirty="0" smtClean="0">
                <a:solidFill>
                  <a:srgbClr val="8080FF"/>
                </a:solidFill>
                <a:latin typeface="LMSans8-Regular-Identity-H"/>
              </a:rPr>
              <a:t>	</a:t>
            </a:r>
            <a:r>
              <a:rPr lang="en-US" altLang="zh-CN" dirty="0" smtClean="0">
                <a:solidFill>
                  <a:srgbClr val="000000"/>
                </a:solidFill>
                <a:latin typeface="YaHei_Monaco-R"/>
              </a:rPr>
              <a:t>NITF</a:t>
            </a:r>
            <a:r>
              <a:rPr lang="en-US" altLang="zh-CN" dirty="0">
                <a:solidFill>
                  <a:srgbClr val="000000"/>
                </a:solidFill>
                <a:latin typeface="YaHei_Monaco-R"/>
              </a:rPr>
              <a:t>: National Imagery Transmission Format</a:t>
            </a:r>
          </a:p>
          <a:p>
            <a:r>
              <a:rPr lang="en-US" altLang="zh-CN" sz="1600" dirty="0">
                <a:solidFill>
                  <a:srgbClr val="8080FF"/>
                </a:solidFill>
                <a:latin typeface="LMSans8-Regular-Identity-H"/>
              </a:rPr>
              <a:t>8 </a:t>
            </a:r>
            <a:r>
              <a:rPr lang="en-US" altLang="zh-CN" sz="1600" dirty="0" smtClean="0">
                <a:solidFill>
                  <a:srgbClr val="8080FF"/>
                </a:solidFill>
                <a:latin typeface="LMSans8-Regular-Identity-H"/>
              </a:rPr>
              <a:t>	</a:t>
            </a:r>
            <a:r>
              <a:rPr lang="en-US" altLang="zh-CN" dirty="0" smtClean="0">
                <a:solidFill>
                  <a:srgbClr val="000000"/>
                </a:solidFill>
                <a:latin typeface="YaHei_Monaco-R"/>
              </a:rPr>
              <a:t>RPFTOC</a:t>
            </a:r>
            <a:r>
              <a:rPr lang="en-US" altLang="zh-CN" dirty="0">
                <a:solidFill>
                  <a:srgbClr val="000000"/>
                </a:solidFill>
                <a:latin typeface="YaHei_Monaco-R"/>
              </a:rPr>
              <a:t>: Raster Product Format TOC </a:t>
            </a:r>
            <a:r>
              <a:rPr lang="en-US" altLang="zh-CN" dirty="0">
                <a:solidFill>
                  <a:srgbClr val="008000"/>
                </a:solidFill>
                <a:latin typeface="YaHei_Monaco-R"/>
              </a:rPr>
              <a:t>format</a:t>
            </a:r>
          </a:p>
          <a:p>
            <a:r>
              <a:rPr lang="en-US" altLang="zh-CN" sz="1600" dirty="0">
                <a:solidFill>
                  <a:srgbClr val="8080FF"/>
                </a:solidFill>
                <a:latin typeface="LMSans8-Regular-Identity-H"/>
              </a:rPr>
              <a:t>9 </a:t>
            </a:r>
            <a:r>
              <a:rPr lang="en-US" altLang="zh-CN" sz="1600" dirty="0" smtClean="0">
                <a:solidFill>
                  <a:srgbClr val="8080FF"/>
                </a:solidFill>
                <a:latin typeface="LMSans8-Regular-Identity-H"/>
              </a:rPr>
              <a:t>	</a:t>
            </a:r>
            <a:r>
              <a:rPr lang="en-US" altLang="zh-CN" dirty="0" smtClean="0">
                <a:solidFill>
                  <a:srgbClr val="000000"/>
                </a:solidFill>
                <a:latin typeface="YaHei_Monaco-R"/>
              </a:rPr>
              <a:t>ECRGTOC</a:t>
            </a:r>
            <a:r>
              <a:rPr lang="en-US" altLang="zh-CN" dirty="0">
                <a:solidFill>
                  <a:srgbClr val="000000"/>
                </a:solidFill>
                <a:latin typeface="YaHei_Monaco-R"/>
              </a:rPr>
              <a:t>: ECRG TOC </a:t>
            </a:r>
            <a:r>
              <a:rPr lang="en-US" altLang="zh-CN" dirty="0">
                <a:solidFill>
                  <a:srgbClr val="008000"/>
                </a:solidFill>
                <a:latin typeface="YaHei_Monaco-R"/>
              </a:rPr>
              <a:t>format</a:t>
            </a:r>
          </a:p>
          <a:p>
            <a:r>
              <a:rPr lang="en-US" altLang="zh-CN" dirty="0" smtClean="0">
                <a:solidFill>
                  <a:srgbClr val="8080FF"/>
                </a:solidFill>
                <a:latin typeface="LMSans8-Regular-Identity-H"/>
              </a:rPr>
              <a:t>10 </a:t>
            </a:r>
            <a:r>
              <a:rPr lang="en-US" altLang="zh-CN" dirty="0" smtClean="0">
                <a:solidFill>
                  <a:srgbClr val="000000"/>
                </a:solidFill>
                <a:latin typeface="YaHei_Monaco-R"/>
              </a:rPr>
              <a:t>     HFA</a:t>
            </a:r>
            <a:r>
              <a:rPr lang="en-US" altLang="zh-CN" dirty="0">
                <a:solidFill>
                  <a:srgbClr val="000000"/>
                </a:solidFill>
                <a:latin typeface="YaHei_Monaco-R"/>
              </a:rPr>
              <a:t>: </a:t>
            </a:r>
            <a:r>
              <a:rPr lang="en-US" altLang="zh-CN" dirty="0" err="1">
                <a:solidFill>
                  <a:srgbClr val="000000"/>
                </a:solidFill>
                <a:latin typeface="YaHei_Monaco-R"/>
              </a:rPr>
              <a:t>Erdas</a:t>
            </a:r>
            <a:r>
              <a:rPr lang="en-US" altLang="zh-CN" dirty="0">
                <a:solidFill>
                  <a:srgbClr val="000000"/>
                </a:solidFill>
                <a:latin typeface="YaHei_Monaco-R"/>
              </a:rPr>
              <a:t> Imagine Images (</a:t>
            </a:r>
            <a:r>
              <a:rPr lang="en-US" altLang="zh-CN" dirty="0">
                <a:solidFill>
                  <a:srgbClr val="666666"/>
                </a:solidFill>
                <a:latin typeface="YaHei_Monaco-R"/>
              </a:rPr>
              <a:t>.</a:t>
            </a:r>
            <a:r>
              <a:rPr lang="en-US" altLang="zh-CN" dirty="0" err="1">
                <a:solidFill>
                  <a:srgbClr val="000000"/>
                </a:solidFill>
                <a:latin typeface="YaHei_Monaco-R"/>
              </a:rPr>
              <a:t>img</a:t>
            </a:r>
            <a:r>
              <a:rPr lang="en-US" altLang="zh-CN" dirty="0" smtClean="0">
                <a:solidFill>
                  <a:srgbClr val="000000"/>
                </a:solidFill>
                <a:latin typeface="YaHei_Monaco-R"/>
              </a:rPr>
              <a:t>)</a:t>
            </a:r>
          </a:p>
          <a:p>
            <a:r>
              <a:rPr lang="en-US" altLang="zh-CN" dirty="0" smtClean="0">
                <a:solidFill>
                  <a:srgbClr val="8080FF"/>
                </a:solidFill>
                <a:latin typeface="LMSans8-Regular-Identity-H"/>
              </a:rPr>
              <a:t>11      ……</a:t>
            </a:r>
            <a:endParaRPr lang="zh-CN" altLang="en-US" dirty="0"/>
          </a:p>
        </p:txBody>
      </p:sp>
    </p:spTree>
    <p:extLst>
      <p:ext uri="{BB962C8B-B14F-4D97-AF65-F5344CB8AC3E}">
        <p14:creationId xmlns:p14="http://schemas.microsoft.com/office/powerpoint/2010/main" val="2879499436"/>
      </p:ext>
    </p:extLst>
  </p:cSld>
  <p:clrMapOvr>
    <a:masterClrMapping/>
  </p:clrMapOvr>
  <p:transition spd="slow"/>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1003738" y="2801847"/>
            <a:ext cx="4373880" cy="539496"/>
          </a:xfrm>
          <a:prstGeom prst="rect">
            <a:avLst/>
          </a:prstGeom>
          <a:solidFill>
            <a:srgbClr val="00582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latin typeface="Arial"/>
              <a:ea typeface="等线"/>
              <a:cs typeface="+mn-cs"/>
            </a:endParaRPr>
          </a:p>
        </p:txBody>
      </p:sp>
      <p:sp>
        <p:nvSpPr>
          <p:cNvPr id="9" name="标题 1"/>
          <p:cNvSpPr txBox="1">
            <a:spLocks/>
          </p:cNvSpPr>
          <p:nvPr/>
        </p:nvSpPr>
        <p:spPr>
          <a:xfrm>
            <a:off x="838200" y="148859"/>
            <a:ext cx="11353800" cy="714357"/>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zh-CN" altLang="en-US" sz="4000" b="1" i="0" u="none" strike="noStrike" kern="120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j-cs"/>
              </a:rPr>
              <a:t>内容</a:t>
            </a:r>
          </a:p>
        </p:txBody>
      </p:sp>
      <p:sp>
        <p:nvSpPr>
          <p:cNvPr id="3" name="内容占位符 2"/>
          <p:cNvSpPr>
            <a:spLocks noGrp="1"/>
          </p:cNvSpPr>
          <p:nvPr>
            <p:ph idx="1"/>
          </p:nvPr>
        </p:nvSpPr>
        <p:spPr>
          <a:xfrm>
            <a:off x="1003738" y="1081514"/>
            <a:ext cx="10515600" cy="5405120"/>
          </a:xfrm>
        </p:spPr>
        <p:txBody>
          <a:bodyPr>
            <a:noAutofit/>
          </a:bodyPr>
          <a:lstStyle/>
          <a:p>
            <a:pPr>
              <a:lnSpc>
                <a:spcPct val="100000"/>
              </a:lnSpc>
            </a:pPr>
            <a:r>
              <a:rPr lang="en-US" altLang="zh-CN" sz="2400" dirty="0" smtClean="0"/>
              <a:t>1. GDAL</a:t>
            </a:r>
            <a:r>
              <a:rPr lang="zh-CN" altLang="en-US" sz="2400" dirty="0" smtClean="0"/>
              <a:t>介绍</a:t>
            </a:r>
            <a:endParaRPr lang="en-US" altLang="zh-CN" sz="2400" dirty="0" smtClean="0"/>
          </a:p>
          <a:p>
            <a:pPr lvl="1">
              <a:lnSpc>
                <a:spcPct val="100000"/>
              </a:lnSpc>
            </a:pPr>
            <a:r>
              <a:rPr lang="en-US" altLang="zh-CN" dirty="0" smtClean="0"/>
              <a:t>GDAL</a:t>
            </a:r>
            <a:r>
              <a:rPr lang="zh-CN" altLang="en-US" dirty="0" smtClean="0"/>
              <a:t>的功能与特征</a:t>
            </a:r>
            <a:endParaRPr lang="en-US" altLang="zh-CN" dirty="0" smtClean="0"/>
          </a:p>
          <a:p>
            <a:pPr lvl="1">
              <a:lnSpc>
                <a:spcPct val="100000"/>
              </a:lnSpc>
            </a:pPr>
            <a:r>
              <a:rPr lang="zh-CN" altLang="en-US" dirty="0" smtClean="0"/>
              <a:t>在</a:t>
            </a:r>
            <a:r>
              <a:rPr lang="en-US" altLang="zh-CN" dirty="0" smtClean="0"/>
              <a:t>Python</a:t>
            </a:r>
            <a:r>
              <a:rPr lang="zh-CN" altLang="en-US" dirty="0" smtClean="0"/>
              <a:t>中使用</a:t>
            </a:r>
            <a:r>
              <a:rPr lang="en-US" altLang="zh-CN" dirty="0" smtClean="0"/>
              <a:t>GDAL</a:t>
            </a:r>
          </a:p>
          <a:p>
            <a:pPr lvl="1">
              <a:lnSpc>
                <a:spcPct val="100000"/>
              </a:lnSpc>
            </a:pPr>
            <a:endParaRPr lang="en-US" altLang="zh-CN" b="1" dirty="0">
              <a:solidFill>
                <a:schemeClr val="bg1"/>
              </a:solidFill>
            </a:endParaRPr>
          </a:p>
          <a:p>
            <a:pPr>
              <a:lnSpc>
                <a:spcPct val="100000"/>
              </a:lnSpc>
            </a:pPr>
            <a:r>
              <a:rPr lang="en-US" altLang="zh-CN" sz="2400" b="1" dirty="0" smtClean="0">
                <a:solidFill>
                  <a:schemeClr val="bg1"/>
                </a:solidFill>
              </a:rPr>
              <a:t>2. </a:t>
            </a:r>
            <a:r>
              <a:rPr lang="zh-CN" altLang="en-US" sz="2400" b="1" dirty="0" smtClean="0">
                <a:solidFill>
                  <a:schemeClr val="bg1"/>
                </a:solidFill>
              </a:rPr>
              <a:t>使用</a:t>
            </a:r>
            <a:r>
              <a:rPr lang="en-US" altLang="zh-CN" sz="2400" b="1" dirty="0" smtClean="0">
                <a:solidFill>
                  <a:schemeClr val="bg1"/>
                </a:solidFill>
              </a:rPr>
              <a:t>GDAL</a:t>
            </a:r>
            <a:r>
              <a:rPr lang="zh-CN" altLang="en-US" sz="2400" b="1" dirty="0" smtClean="0">
                <a:solidFill>
                  <a:schemeClr val="bg1"/>
                </a:solidFill>
              </a:rPr>
              <a:t>读取数据</a:t>
            </a:r>
            <a:endParaRPr lang="en-US" altLang="zh-CN" sz="2400" b="1" dirty="0" smtClean="0">
              <a:solidFill>
                <a:schemeClr val="bg1"/>
              </a:solidFill>
            </a:endParaRPr>
          </a:p>
          <a:p>
            <a:pPr lvl="1">
              <a:lnSpc>
                <a:spcPct val="100000"/>
              </a:lnSpc>
            </a:pPr>
            <a:r>
              <a:rPr lang="en-US" altLang="zh-CN" dirty="0" smtClean="0"/>
              <a:t>GDAL</a:t>
            </a:r>
            <a:r>
              <a:rPr lang="zh-CN" altLang="en-US" dirty="0" smtClean="0"/>
              <a:t>读取数据集</a:t>
            </a:r>
            <a:endParaRPr lang="en-US" altLang="zh-CN" dirty="0" smtClean="0"/>
          </a:p>
          <a:p>
            <a:pPr lvl="1">
              <a:lnSpc>
                <a:spcPct val="100000"/>
              </a:lnSpc>
            </a:pPr>
            <a:r>
              <a:rPr lang="zh-CN" altLang="en-US" dirty="0" smtClean="0"/>
              <a:t>读取栅格数据波段</a:t>
            </a:r>
            <a:endParaRPr lang="en-US" altLang="zh-CN" dirty="0" smtClean="0"/>
          </a:p>
          <a:p>
            <a:pPr lvl="1">
              <a:lnSpc>
                <a:spcPct val="100000"/>
              </a:lnSpc>
            </a:pPr>
            <a:r>
              <a:rPr lang="en-US" altLang="zh-CN" dirty="0" smtClean="0"/>
              <a:t>GDAL</a:t>
            </a:r>
            <a:r>
              <a:rPr lang="zh-CN" altLang="en-US" dirty="0" smtClean="0"/>
              <a:t>读取数据</a:t>
            </a:r>
            <a:endParaRPr lang="en-US" altLang="zh-CN" dirty="0" smtClean="0"/>
          </a:p>
          <a:p>
            <a:pPr lvl="1">
              <a:lnSpc>
                <a:spcPct val="100000"/>
              </a:lnSpc>
            </a:pPr>
            <a:endParaRPr lang="en-US" altLang="zh-CN" dirty="0" smtClean="0"/>
          </a:p>
          <a:p>
            <a:pPr>
              <a:lnSpc>
                <a:spcPct val="100000"/>
              </a:lnSpc>
            </a:pPr>
            <a:r>
              <a:rPr lang="en-US" altLang="zh-CN" sz="2400" dirty="0"/>
              <a:t>3</a:t>
            </a:r>
            <a:r>
              <a:rPr lang="en-US" altLang="zh-CN" sz="2400" dirty="0" smtClean="0"/>
              <a:t>. </a:t>
            </a:r>
            <a:r>
              <a:rPr lang="zh-CN" altLang="en-US" sz="2400" dirty="0" smtClean="0"/>
              <a:t>使用</a:t>
            </a:r>
            <a:r>
              <a:rPr lang="en-US" altLang="zh-CN" sz="2400" dirty="0" smtClean="0"/>
              <a:t>GDAL</a:t>
            </a:r>
            <a:r>
              <a:rPr lang="zh-CN" altLang="en-US" sz="2400" dirty="0" smtClean="0"/>
              <a:t>写数据</a:t>
            </a:r>
            <a:endParaRPr lang="en-US" altLang="zh-CN" sz="2400" dirty="0" smtClean="0"/>
          </a:p>
          <a:p>
            <a:pPr lvl="1">
              <a:lnSpc>
                <a:spcPct val="100000"/>
              </a:lnSpc>
            </a:pPr>
            <a:r>
              <a:rPr lang="en-US" altLang="zh-CN" dirty="0" smtClean="0"/>
              <a:t>GDAL</a:t>
            </a:r>
            <a:r>
              <a:rPr lang="zh-CN" altLang="en-US" dirty="0" smtClean="0"/>
              <a:t>写数据的基本方法</a:t>
            </a:r>
            <a:endParaRPr lang="en-US" altLang="zh-CN" dirty="0" smtClean="0"/>
          </a:p>
          <a:p>
            <a:pPr lvl="1">
              <a:lnSpc>
                <a:spcPct val="100000"/>
              </a:lnSpc>
            </a:pPr>
            <a:r>
              <a:rPr lang="zh-CN" altLang="en-US" dirty="0" smtClean="0"/>
              <a:t>使用</a:t>
            </a:r>
            <a:r>
              <a:rPr lang="en-US" altLang="zh-CN" dirty="0" err="1" smtClean="0"/>
              <a:t>CreateCopy</a:t>
            </a:r>
            <a:r>
              <a:rPr lang="zh-CN" altLang="en-US" dirty="0" smtClean="0"/>
              <a:t>函数创建影像</a:t>
            </a:r>
            <a:endParaRPr lang="en-US" altLang="zh-CN" dirty="0" smtClean="0"/>
          </a:p>
          <a:p>
            <a:pPr lvl="1">
              <a:lnSpc>
                <a:spcPct val="100000"/>
              </a:lnSpc>
            </a:pPr>
            <a:r>
              <a:rPr lang="zh-CN" altLang="en-US" dirty="0" smtClean="0"/>
              <a:t>使用</a:t>
            </a:r>
            <a:r>
              <a:rPr lang="en-US" altLang="zh-CN" dirty="0" smtClean="0"/>
              <a:t>Create</a:t>
            </a:r>
            <a:r>
              <a:rPr lang="zh-CN" altLang="en-US" dirty="0" smtClean="0"/>
              <a:t>函数创建影像</a:t>
            </a:r>
            <a:endParaRPr lang="zh-CN" altLang="en-US" dirty="0"/>
          </a:p>
        </p:txBody>
      </p:sp>
    </p:spTree>
    <p:extLst>
      <p:ext uri="{BB962C8B-B14F-4D97-AF65-F5344CB8AC3E}">
        <p14:creationId xmlns:p14="http://schemas.microsoft.com/office/powerpoint/2010/main" val="4031527205"/>
      </p:ext>
    </p:extLst>
  </p:cSld>
  <p:clrMapOvr>
    <a:masterClrMapping/>
  </p:clrMapOvr>
  <p:transition spd="slow"/>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标题 1"/>
          <p:cNvSpPr txBox="1">
            <a:spLocks/>
          </p:cNvSpPr>
          <p:nvPr/>
        </p:nvSpPr>
        <p:spPr>
          <a:xfrm>
            <a:off x="838200" y="148859"/>
            <a:ext cx="11353800" cy="714357"/>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lang="zh-CN" altLang="en-US" sz="4000" b="1" dirty="0" smtClean="0">
                <a:solidFill>
                  <a:srgbClr val="FFFFFF"/>
                </a:solidFill>
                <a:latin typeface="微软雅黑" panose="020B0503020204020204" pitchFamily="34" charset="-122"/>
                <a:ea typeface="微软雅黑" panose="020B0503020204020204" pitchFamily="34" charset="-122"/>
              </a:rPr>
              <a:t>打开</a:t>
            </a:r>
            <a:r>
              <a:rPr lang="en-US" altLang="zh-CN" sz="4000" b="1" dirty="0" err="1" smtClean="0">
                <a:solidFill>
                  <a:srgbClr val="FFFFFF"/>
                </a:solidFill>
                <a:latin typeface="微软雅黑" panose="020B0503020204020204" pitchFamily="34" charset="-122"/>
                <a:ea typeface="微软雅黑" panose="020B0503020204020204" pitchFamily="34" charset="-122"/>
              </a:rPr>
              <a:t>GeoTIFF</a:t>
            </a:r>
            <a:r>
              <a:rPr lang="zh-CN" altLang="en-US" sz="4000" b="1" dirty="0" smtClean="0">
                <a:solidFill>
                  <a:srgbClr val="FFFFFF"/>
                </a:solidFill>
                <a:latin typeface="微软雅黑" panose="020B0503020204020204" pitchFamily="34" charset="-122"/>
                <a:ea typeface="微软雅黑" panose="020B0503020204020204" pitchFamily="34" charset="-122"/>
              </a:rPr>
              <a:t>文件</a:t>
            </a:r>
            <a:endParaRPr kumimoji="0" lang="zh-CN" altLang="en-US" sz="4000" b="1" i="0" u="none" strike="noStrike" kern="120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j-cs"/>
            </a:endParaRPr>
          </a:p>
        </p:txBody>
      </p:sp>
      <p:sp>
        <p:nvSpPr>
          <p:cNvPr id="3" name="内容占位符 2"/>
          <p:cNvSpPr>
            <a:spLocks noGrp="1"/>
          </p:cNvSpPr>
          <p:nvPr>
            <p:ph idx="1"/>
          </p:nvPr>
        </p:nvSpPr>
        <p:spPr>
          <a:xfrm>
            <a:off x="902209" y="1032013"/>
            <a:ext cx="10162031" cy="4851083"/>
          </a:xfrm>
        </p:spPr>
        <p:txBody>
          <a:bodyPr>
            <a:normAutofit/>
          </a:bodyPr>
          <a:lstStyle/>
          <a:p>
            <a:r>
              <a:rPr lang="zh-CN" altLang="en-US" dirty="0" smtClean="0"/>
              <a:t>读取</a:t>
            </a:r>
            <a:r>
              <a:rPr lang="zh-CN" altLang="en-US" dirty="0"/>
              <a:t>一个</a:t>
            </a:r>
            <a:r>
              <a:rPr lang="en-US" altLang="zh-CN" dirty="0" err="1"/>
              <a:t>GeoTiff</a:t>
            </a:r>
            <a:r>
              <a:rPr lang="en-US" altLang="zh-CN" dirty="0"/>
              <a:t> </a:t>
            </a:r>
            <a:r>
              <a:rPr lang="zh-CN" altLang="en-US" dirty="0"/>
              <a:t>文件的信息。第一步就是打开一个</a:t>
            </a:r>
            <a:r>
              <a:rPr lang="zh-CN" altLang="en-US" dirty="0" smtClean="0"/>
              <a:t>数据集</a:t>
            </a:r>
            <a:r>
              <a:rPr lang="zh-CN" altLang="en-US" dirty="0"/>
              <a:t>。</a:t>
            </a:r>
          </a:p>
          <a:p>
            <a:endParaRPr lang="en-US" altLang="zh-CN" dirty="0" smtClean="0"/>
          </a:p>
          <a:p>
            <a:pPr marL="0" indent="0">
              <a:buNone/>
            </a:pPr>
            <a:endParaRPr lang="en-US" altLang="zh-CN" dirty="0"/>
          </a:p>
          <a:p>
            <a:r>
              <a:rPr lang="en-US" altLang="zh-CN" dirty="0" smtClean="0"/>
              <a:t>Python </a:t>
            </a:r>
            <a:r>
              <a:rPr lang="zh-CN" altLang="en-US" dirty="0"/>
              <a:t>提供了</a:t>
            </a:r>
            <a:r>
              <a:rPr lang="en-US" altLang="zh-CN" dirty="0" err="1"/>
              <a:t>dir</a:t>
            </a:r>
            <a:r>
              <a:rPr lang="en-US" altLang="zh-CN" dirty="0"/>
              <a:t>() </a:t>
            </a:r>
            <a:r>
              <a:rPr lang="zh-CN" altLang="en-US" dirty="0"/>
              <a:t>内省函数，可以快速查看一下当前对象</a:t>
            </a:r>
            <a:r>
              <a:rPr lang="zh-CN" altLang="en-US" dirty="0" smtClean="0"/>
              <a:t>可用的</a:t>
            </a:r>
            <a:r>
              <a:rPr lang="zh-CN" altLang="en-US" dirty="0"/>
              <a:t>操作</a:t>
            </a:r>
          </a:p>
        </p:txBody>
      </p:sp>
      <p:sp>
        <p:nvSpPr>
          <p:cNvPr id="5" name="矩形 4"/>
          <p:cNvSpPr/>
          <p:nvPr/>
        </p:nvSpPr>
        <p:spPr>
          <a:xfrm>
            <a:off x="1194500" y="1685677"/>
            <a:ext cx="8242108" cy="646331"/>
          </a:xfrm>
          <a:prstGeom prst="rect">
            <a:avLst/>
          </a:prstGeom>
          <a:solidFill>
            <a:schemeClr val="bg1">
              <a:lumMod val="85000"/>
            </a:schemeClr>
          </a:solidFill>
        </p:spPr>
        <p:txBody>
          <a:bodyPr wrap="square">
            <a:spAutoFit/>
          </a:bodyPr>
          <a:lstStyle/>
          <a:p>
            <a:r>
              <a:rPr lang="en-US" altLang="zh-CN" sz="1600" dirty="0">
                <a:solidFill>
                  <a:srgbClr val="8080FF"/>
                </a:solidFill>
                <a:latin typeface="LMSans8-Regular-Identity-H"/>
              </a:rPr>
              <a:t>1 </a:t>
            </a:r>
            <a:r>
              <a:rPr lang="en-US" altLang="zh-CN" dirty="0">
                <a:solidFill>
                  <a:srgbClr val="666666"/>
                </a:solidFill>
                <a:latin typeface="YaHei_Monaco-R"/>
              </a:rPr>
              <a:t>&gt;&gt;&gt; </a:t>
            </a:r>
            <a:r>
              <a:rPr lang="en-US" altLang="zh-CN" dirty="0">
                <a:solidFill>
                  <a:srgbClr val="008000"/>
                </a:solidFill>
                <a:latin typeface="YaHei_Monaco-R"/>
              </a:rPr>
              <a:t>from </a:t>
            </a:r>
            <a:r>
              <a:rPr lang="en-US" altLang="zh-CN" dirty="0" err="1">
                <a:solidFill>
                  <a:srgbClr val="0000FF"/>
                </a:solidFill>
                <a:latin typeface="YaHei_Monaco-R"/>
              </a:rPr>
              <a:t>osgeo</a:t>
            </a:r>
            <a:r>
              <a:rPr lang="en-US" altLang="zh-CN" dirty="0">
                <a:solidFill>
                  <a:srgbClr val="0000FF"/>
                </a:solidFill>
                <a:latin typeface="YaHei_Monaco-R"/>
              </a:rPr>
              <a:t> </a:t>
            </a:r>
            <a:r>
              <a:rPr lang="en-US" altLang="zh-CN" dirty="0">
                <a:solidFill>
                  <a:srgbClr val="008000"/>
                </a:solidFill>
                <a:latin typeface="YaHei_Monaco-R"/>
              </a:rPr>
              <a:t>import </a:t>
            </a:r>
            <a:r>
              <a:rPr lang="en-US" altLang="zh-CN" dirty="0" err="1">
                <a:solidFill>
                  <a:srgbClr val="000000"/>
                </a:solidFill>
                <a:latin typeface="YaHei_Monaco-R"/>
              </a:rPr>
              <a:t>gdal</a:t>
            </a:r>
            <a:endParaRPr lang="en-US" altLang="zh-CN" dirty="0">
              <a:solidFill>
                <a:srgbClr val="000000"/>
              </a:solidFill>
              <a:latin typeface="YaHei_Monaco-R"/>
            </a:endParaRPr>
          </a:p>
          <a:p>
            <a:r>
              <a:rPr lang="en-US" altLang="zh-CN" sz="1600" dirty="0">
                <a:solidFill>
                  <a:srgbClr val="8080FF"/>
                </a:solidFill>
                <a:latin typeface="LMSans8-Regular-Identity-H"/>
              </a:rPr>
              <a:t>2 </a:t>
            </a:r>
            <a:r>
              <a:rPr lang="en-US" altLang="zh-CN" dirty="0">
                <a:solidFill>
                  <a:srgbClr val="666666"/>
                </a:solidFill>
                <a:latin typeface="YaHei_Monaco-R"/>
              </a:rPr>
              <a:t>&gt;&gt;&gt; </a:t>
            </a:r>
            <a:r>
              <a:rPr lang="en-US" altLang="zh-CN" dirty="0">
                <a:solidFill>
                  <a:srgbClr val="000000"/>
                </a:solidFill>
                <a:latin typeface="YaHei_Monaco-R"/>
              </a:rPr>
              <a:t>dataset </a:t>
            </a:r>
            <a:r>
              <a:rPr lang="en-US" altLang="zh-CN" dirty="0">
                <a:solidFill>
                  <a:srgbClr val="666666"/>
                </a:solidFill>
                <a:latin typeface="YaHei_Monaco-R"/>
              </a:rPr>
              <a:t>= </a:t>
            </a:r>
            <a:r>
              <a:rPr lang="en-US" altLang="zh-CN" dirty="0" err="1">
                <a:solidFill>
                  <a:srgbClr val="000000"/>
                </a:solidFill>
                <a:latin typeface="YaHei_Monaco-R"/>
              </a:rPr>
              <a:t>gdal</a:t>
            </a:r>
            <a:r>
              <a:rPr lang="en-US" altLang="zh-CN" dirty="0" err="1">
                <a:solidFill>
                  <a:srgbClr val="666666"/>
                </a:solidFill>
                <a:latin typeface="YaHei_Monaco-R"/>
              </a:rPr>
              <a:t>.</a:t>
            </a:r>
            <a:r>
              <a:rPr lang="en-US" altLang="zh-CN" dirty="0" err="1">
                <a:solidFill>
                  <a:srgbClr val="000000"/>
                </a:solidFill>
                <a:latin typeface="YaHei_Monaco-R"/>
              </a:rPr>
              <a:t>Open</a:t>
            </a:r>
            <a:r>
              <a:rPr lang="en-US" altLang="zh-CN" dirty="0" smtClean="0">
                <a:solidFill>
                  <a:srgbClr val="000000"/>
                </a:solidFill>
                <a:latin typeface="YaHei_Monaco-R"/>
              </a:rPr>
              <a:t>(</a:t>
            </a:r>
            <a:r>
              <a:rPr lang="en-US" altLang="zh-CN" dirty="0" smtClean="0">
                <a:solidFill>
                  <a:srgbClr val="BB2121"/>
                </a:solidFill>
                <a:latin typeface="YaHei_Monaco-R"/>
              </a:rPr>
              <a:t>"</a:t>
            </a:r>
            <a:r>
              <a:rPr lang="en-US" altLang="zh-CN" dirty="0" err="1" smtClean="0">
                <a:solidFill>
                  <a:srgbClr val="BB2121"/>
                </a:solidFill>
                <a:latin typeface="YaHei_Monaco-R"/>
              </a:rPr>
              <a:t>geotiff_file.tif</a:t>
            </a:r>
            <a:r>
              <a:rPr lang="en-US" altLang="zh-CN" dirty="0">
                <a:solidFill>
                  <a:srgbClr val="BB2121"/>
                </a:solidFill>
                <a:latin typeface="YaHei_Monaco-R"/>
              </a:rPr>
              <a:t>"</a:t>
            </a:r>
            <a:r>
              <a:rPr lang="en-US" altLang="zh-CN" dirty="0">
                <a:solidFill>
                  <a:srgbClr val="000000"/>
                </a:solidFill>
                <a:latin typeface="YaHei_Monaco-R"/>
              </a:rPr>
              <a:t>)</a:t>
            </a:r>
            <a:endParaRPr lang="zh-CN" altLang="en-US" dirty="0"/>
          </a:p>
        </p:txBody>
      </p:sp>
      <p:sp>
        <p:nvSpPr>
          <p:cNvPr id="6" name="内容占位符 2"/>
          <p:cNvSpPr txBox="1">
            <a:spLocks/>
          </p:cNvSpPr>
          <p:nvPr/>
        </p:nvSpPr>
        <p:spPr>
          <a:xfrm>
            <a:off x="902209" y="3594714"/>
            <a:ext cx="10692383" cy="3472397"/>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9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9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9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a:lnSpc>
                <a:spcPct val="100000"/>
              </a:lnSpc>
            </a:pPr>
            <a:r>
              <a:rPr lang="en-US" altLang="zh-CN" sz="2400" i="1" dirty="0" smtClean="0"/>
              <a:t> </a:t>
            </a:r>
            <a:r>
              <a:rPr lang="en-US" altLang="zh-CN" sz="2400" dirty="0" err="1" smtClean="0"/>
              <a:t>dataset.GetDescription</a:t>
            </a:r>
            <a:r>
              <a:rPr lang="en-US" altLang="zh-CN" sz="2400" dirty="0" smtClean="0"/>
              <a:t>()     # </a:t>
            </a:r>
            <a:r>
              <a:rPr lang="zh-CN" altLang="en-US" sz="2400" dirty="0" smtClean="0"/>
              <a:t>获得栅格的描述信息</a:t>
            </a:r>
          </a:p>
          <a:p>
            <a:pPr>
              <a:lnSpc>
                <a:spcPct val="100000"/>
              </a:lnSpc>
            </a:pPr>
            <a:r>
              <a:rPr lang="en-US" altLang="zh-CN" sz="2400" i="1" dirty="0" smtClean="0"/>
              <a:t> </a:t>
            </a:r>
            <a:r>
              <a:rPr lang="en-US" altLang="zh-CN" sz="2400" dirty="0" err="1" smtClean="0"/>
              <a:t>dataset.RasterCount</a:t>
            </a:r>
            <a:r>
              <a:rPr lang="en-US" altLang="zh-CN" sz="2400" dirty="0" smtClean="0"/>
              <a:t>     # </a:t>
            </a:r>
            <a:r>
              <a:rPr lang="zh-CN" altLang="en-US" sz="2400" dirty="0" smtClean="0"/>
              <a:t>获得栅格数据集的波段数</a:t>
            </a:r>
          </a:p>
          <a:p>
            <a:pPr>
              <a:lnSpc>
                <a:spcPct val="100000"/>
              </a:lnSpc>
            </a:pPr>
            <a:r>
              <a:rPr lang="en-US" altLang="zh-CN" sz="2400" i="1" dirty="0" smtClean="0"/>
              <a:t> </a:t>
            </a:r>
            <a:r>
              <a:rPr lang="en-US" altLang="zh-CN" sz="2400" dirty="0" err="1" smtClean="0"/>
              <a:t>dataset.RasterXSize</a:t>
            </a:r>
            <a:r>
              <a:rPr lang="en-US" altLang="zh-CN" sz="2400" dirty="0" smtClean="0"/>
              <a:t>     # </a:t>
            </a:r>
            <a:r>
              <a:rPr lang="zh-CN" altLang="en-US" sz="2400" dirty="0" smtClean="0"/>
              <a:t>栅格数据的宽度</a:t>
            </a:r>
            <a:r>
              <a:rPr lang="en-US" altLang="zh-CN" sz="2400" dirty="0" smtClean="0"/>
              <a:t>(X </a:t>
            </a:r>
            <a:r>
              <a:rPr lang="zh-CN" altLang="en-US" sz="2400" dirty="0" smtClean="0"/>
              <a:t>方向上的像素个数</a:t>
            </a:r>
            <a:r>
              <a:rPr lang="en-US" altLang="zh-CN" sz="2400" dirty="0" smtClean="0"/>
              <a:t>)</a:t>
            </a:r>
          </a:p>
          <a:p>
            <a:pPr>
              <a:lnSpc>
                <a:spcPct val="100000"/>
              </a:lnSpc>
            </a:pPr>
            <a:r>
              <a:rPr lang="en-US" altLang="zh-CN" sz="2400" i="1" dirty="0" smtClean="0"/>
              <a:t> </a:t>
            </a:r>
            <a:r>
              <a:rPr lang="en-US" altLang="zh-CN" sz="2400" dirty="0" err="1" smtClean="0"/>
              <a:t>dataset.RasterYSize</a:t>
            </a:r>
            <a:r>
              <a:rPr lang="en-US" altLang="zh-CN" sz="2400" dirty="0" smtClean="0"/>
              <a:t>     # </a:t>
            </a:r>
            <a:r>
              <a:rPr lang="zh-CN" altLang="en-US" sz="2400" dirty="0" smtClean="0"/>
              <a:t>栅格数据的高度</a:t>
            </a:r>
            <a:r>
              <a:rPr lang="en-US" altLang="zh-CN" sz="2400" dirty="0" smtClean="0"/>
              <a:t>(Y </a:t>
            </a:r>
            <a:r>
              <a:rPr lang="zh-CN" altLang="en-US" sz="2400" dirty="0" smtClean="0"/>
              <a:t>方向上的像素个数</a:t>
            </a:r>
            <a:r>
              <a:rPr lang="en-US" altLang="zh-CN" sz="2400" dirty="0" smtClean="0"/>
              <a:t>)</a:t>
            </a:r>
          </a:p>
          <a:p>
            <a:pPr>
              <a:lnSpc>
                <a:spcPct val="100000"/>
              </a:lnSpc>
            </a:pPr>
            <a:r>
              <a:rPr lang="en-US" altLang="zh-CN" sz="2400" i="1" dirty="0" smtClean="0"/>
              <a:t> </a:t>
            </a:r>
            <a:r>
              <a:rPr lang="en-US" altLang="zh-CN" sz="2400" dirty="0" err="1" smtClean="0"/>
              <a:t>dataset.GetGeoTransform</a:t>
            </a:r>
            <a:r>
              <a:rPr lang="en-US" altLang="zh-CN" sz="2400" dirty="0" smtClean="0"/>
              <a:t>()     # </a:t>
            </a:r>
            <a:r>
              <a:rPr lang="zh-CN" altLang="en-US" sz="2400" dirty="0" smtClean="0"/>
              <a:t>栅格数据的六参数</a:t>
            </a:r>
          </a:p>
          <a:p>
            <a:pPr>
              <a:lnSpc>
                <a:spcPct val="100000"/>
              </a:lnSpc>
            </a:pPr>
            <a:r>
              <a:rPr lang="en-US" altLang="zh-CN" sz="2400" i="1" dirty="0" smtClean="0"/>
              <a:t> </a:t>
            </a:r>
            <a:r>
              <a:rPr lang="en-US" altLang="zh-CN" sz="2400" dirty="0" err="1" smtClean="0"/>
              <a:t>GetProjection</a:t>
            </a:r>
            <a:r>
              <a:rPr lang="en-US" altLang="zh-CN" sz="2400" dirty="0" smtClean="0"/>
              <a:t>()      # </a:t>
            </a:r>
            <a:r>
              <a:rPr lang="zh-CN" altLang="en-US" sz="2400" dirty="0" smtClean="0"/>
              <a:t>栅格数据的投影</a:t>
            </a:r>
            <a:endParaRPr lang="zh-CN" altLang="en-US" sz="2400" dirty="0"/>
          </a:p>
        </p:txBody>
      </p:sp>
    </p:spTree>
    <p:extLst>
      <p:ext uri="{BB962C8B-B14F-4D97-AF65-F5344CB8AC3E}">
        <p14:creationId xmlns:p14="http://schemas.microsoft.com/office/powerpoint/2010/main" val="1040640190"/>
      </p:ext>
    </p:extLst>
  </p:cSld>
  <p:clrMapOvr>
    <a:masterClrMapping/>
  </p:clrMapOvr>
  <p:transition spd="slow"/>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标题 1"/>
          <p:cNvSpPr txBox="1">
            <a:spLocks/>
          </p:cNvSpPr>
          <p:nvPr/>
        </p:nvSpPr>
        <p:spPr>
          <a:xfrm>
            <a:off x="838200" y="148859"/>
            <a:ext cx="11353800" cy="714357"/>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lang="zh-CN" altLang="en-US" sz="4000" b="1" dirty="0" smtClean="0">
                <a:solidFill>
                  <a:srgbClr val="FFFFFF"/>
                </a:solidFill>
                <a:latin typeface="微软雅黑" panose="020B0503020204020204" pitchFamily="34" charset="-122"/>
                <a:ea typeface="微软雅黑" panose="020B0503020204020204" pitchFamily="34" charset="-122"/>
              </a:rPr>
              <a:t>获取元数据信息</a:t>
            </a:r>
            <a:endParaRPr kumimoji="0" lang="zh-CN" altLang="en-US" sz="4000" b="1" i="0" u="none" strike="noStrike" kern="120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j-cs"/>
            </a:endParaRPr>
          </a:p>
        </p:txBody>
      </p:sp>
      <p:sp>
        <p:nvSpPr>
          <p:cNvPr id="3" name="内容占位符 2"/>
          <p:cNvSpPr>
            <a:spLocks noGrp="1"/>
          </p:cNvSpPr>
          <p:nvPr>
            <p:ph idx="1"/>
          </p:nvPr>
        </p:nvSpPr>
        <p:spPr>
          <a:xfrm>
            <a:off x="838200" y="1218475"/>
            <a:ext cx="10692383" cy="4851083"/>
          </a:xfrm>
        </p:spPr>
        <p:txBody>
          <a:bodyPr>
            <a:normAutofit/>
          </a:bodyPr>
          <a:lstStyle/>
          <a:p>
            <a:pPr>
              <a:lnSpc>
                <a:spcPct val="100000"/>
              </a:lnSpc>
            </a:pPr>
            <a:r>
              <a:rPr lang="en-US" altLang="zh-CN" dirty="0" smtClean="0"/>
              <a:t>GDAL </a:t>
            </a:r>
            <a:r>
              <a:rPr lang="zh-CN" altLang="en-US" dirty="0"/>
              <a:t>对元数据的支持并不好，它并没有直接的元数据处理接口</a:t>
            </a:r>
            <a:r>
              <a:rPr lang="zh-CN" altLang="en-US" dirty="0" smtClean="0"/>
              <a:t>，更</a:t>
            </a:r>
            <a:r>
              <a:rPr lang="zh-CN" altLang="en-US" dirty="0"/>
              <a:t>没有实现元数据的相关标准</a:t>
            </a:r>
            <a:r>
              <a:rPr lang="zh-CN" altLang="en-US" dirty="0" smtClean="0"/>
              <a:t>。如果要进行元数据处理，可以考虑将元数据写入</a:t>
            </a:r>
            <a:r>
              <a:rPr lang="en-US" altLang="zh-CN" dirty="0" smtClean="0"/>
              <a:t>XML</a:t>
            </a:r>
            <a:r>
              <a:rPr lang="zh-CN" altLang="en-US" dirty="0" smtClean="0"/>
              <a:t>文件中。</a:t>
            </a:r>
            <a:endParaRPr lang="zh-CN" altLang="en-US" dirty="0"/>
          </a:p>
          <a:p>
            <a:pPr>
              <a:lnSpc>
                <a:spcPct val="100000"/>
              </a:lnSpc>
            </a:pPr>
            <a:r>
              <a:rPr lang="zh-CN" altLang="en-US" dirty="0" smtClean="0"/>
              <a:t>但是</a:t>
            </a:r>
            <a:r>
              <a:rPr lang="zh-CN" altLang="en-US" dirty="0"/>
              <a:t>，</a:t>
            </a:r>
            <a:r>
              <a:rPr lang="en-US" altLang="zh-CN" dirty="0"/>
              <a:t>GDAL </a:t>
            </a:r>
            <a:r>
              <a:rPr lang="zh-CN" altLang="en-US" dirty="0"/>
              <a:t>已经提供了足够方便的函数，可以读取影像的一些</a:t>
            </a:r>
            <a:r>
              <a:rPr lang="zh-CN" altLang="en-US" dirty="0" smtClean="0"/>
              <a:t>信息</a:t>
            </a:r>
            <a:r>
              <a:rPr lang="zh-CN" altLang="en-US" dirty="0"/>
              <a:t>，从而方便对数据进行处理。</a:t>
            </a:r>
          </a:p>
          <a:p>
            <a:pPr>
              <a:lnSpc>
                <a:spcPct val="100000"/>
              </a:lnSpc>
            </a:pPr>
            <a:r>
              <a:rPr lang="zh-CN" altLang="en-US" i="1" dirty="0"/>
              <a:t> </a:t>
            </a:r>
            <a:r>
              <a:rPr lang="en-US" altLang="zh-CN" dirty="0"/>
              <a:t>GDAL </a:t>
            </a:r>
            <a:r>
              <a:rPr lang="zh-CN" altLang="en-US" dirty="0"/>
              <a:t>一般是</a:t>
            </a:r>
            <a:r>
              <a:rPr lang="zh-CN" altLang="en-US" dirty="0">
                <a:solidFill>
                  <a:srgbClr val="FF0000"/>
                </a:solidFill>
              </a:rPr>
              <a:t>以字典的形式</a:t>
            </a:r>
            <a:r>
              <a:rPr lang="zh-CN" altLang="en-US" dirty="0"/>
              <a:t>对元数据进行组织的。</a:t>
            </a:r>
          </a:p>
        </p:txBody>
      </p:sp>
      <p:sp>
        <p:nvSpPr>
          <p:cNvPr id="2" name="矩形 1"/>
          <p:cNvSpPr/>
          <p:nvPr/>
        </p:nvSpPr>
        <p:spPr>
          <a:xfrm>
            <a:off x="1059178" y="4177902"/>
            <a:ext cx="9995264" cy="2585323"/>
          </a:xfrm>
          <a:prstGeom prst="rect">
            <a:avLst/>
          </a:prstGeom>
          <a:solidFill>
            <a:schemeClr val="bg1">
              <a:lumMod val="85000"/>
            </a:schemeClr>
          </a:solidFill>
        </p:spPr>
        <p:txBody>
          <a:bodyPr wrap="square">
            <a:spAutoFit/>
          </a:bodyPr>
          <a:lstStyle/>
          <a:p>
            <a:r>
              <a:rPr lang="en-US" altLang="zh-CN" sz="1600" dirty="0">
                <a:solidFill>
                  <a:srgbClr val="8080FF"/>
                </a:solidFill>
                <a:latin typeface="LMSans8-Regular-Identity-H"/>
              </a:rPr>
              <a:t>1 </a:t>
            </a:r>
            <a:r>
              <a:rPr lang="en-US" altLang="zh-CN" dirty="0">
                <a:solidFill>
                  <a:srgbClr val="666666"/>
                </a:solidFill>
                <a:latin typeface="YaHei_Monaco-R"/>
              </a:rPr>
              <a:t>&gt;&gt;&gt; </a:t>
            </a:r>
            <a:r>
              <a:rPr lang="en-US" altLang="zh-CN" dirty="0">
                <a:solidFill>
                  <a:srgbClr val="008000"/>
                </a:solidFill>
                <a:latin typeface="YaHei_Monaco-R"/>
              </a:rPr>
              <a:t>from </a:t>
            </a:r>
            <a:r>
              <a:rPr lang="en-US" altLang="zh-CN" dirty="0" err="1">
                <a:solidFill>
                  <a:srgbClr val="0000FF"/>
                </a:solidFill>
                <a:latin typeface="YaHei_Monaco-R"/>
              </a:rPr>
              <a:t>osgeo</a:t>
            </a:r>
            <a:r>
              <a:rPr lang="en-US" altLang="zh-CN" dirty="0">
                <a:solidFill>
                  <a:srgbClr val="0000FF"/>
                </a:solidFill>
                <a:latin typeface="YaHei_Monaco-R"/>
              </a:rPr>
              <a:t> </a:t>
            </a:r>
            <a:r>
              <a:rPr lang="en-US" altLang="zh-CN" dirty="0">
                <a:solidFill>
                  <a:srgbClr val="008000"/>
                </a:solidFill>
                <a:latin typeface="YaHei_Monaco-R"/>
              </a:rPr>
              <a:t>import </a:t>
            </a:r>
            <a:r>
              <a:rPr lang="en-US" altLang="zh-CN" dirty="0" err="1">
                <a:solidFill>
                  <a:srgbClr val="000000"/>
                </a:solidFill>
                <a:latin typeface="YaHei_Monaco-R"/>
              </a:rPr>
              <a:t>gdal</a:t>
            </a:r>
            <a:endParaRPr lang="en-US" altLang="zh-CN" dirty="0">
              <a:solidFill>
                <a:srgbClr val="000000"/>
              </a:solidFill>
              <a:latin typeface="YaHei_Monaco-R"/>
            </a:endParaRPr>
          </a:p>
          <a:p>
            <a:r>
              <a:rPr lang="en-US" altLang="zh-CN" sz="1600" dirty="0">
                <a:solidFill>
                  <a:srgbClr val="8080FF"/>
                </a:solidFill>
                <a:latin typeface="LMSans8-Regular-Identity-H"/>
              </a:rPr>
              <a:t>2 </a:t>
            </a:r>
            <a:r>
              <a:rPr lang="en-US" altLang="zh-CN" dirty="0">
                <a:solidFill>
                  <a:srgbClr val="666666"/>
                </a:solidFill>
                <a:latin typeface="YaHei_Monaco-R"/>
              </a:rPr>
              <a:t>&gt;&gt;&gt; </a:t>
            </a:r>
            <a:r>
              <a:rPr lang="en-US" altLang="zh-CN" dirty="0">
                <a:solidFill>
                  <a:srgbClr val="000000"/>
                </a:solidFill>
                <a:latin typeface="YaHei_Monaco-R"/>
              </a:rPr>
              <a:t>dataset </a:t>
            </a:r>
            <a:r>
              <a:rPr lang="en-US" altLang="zh-CN" dirty="0">
                <a:solidFill>
                  <a:srgbClr val="666666"/>
                </a:solidFill>
                <a:latin typeface="YaHei_Monaco-R"/>
              </a:rPr>
              <a:t>= </a:t>
            </a:r>
            <a:r>
              <a:rPr lang="en-US" altLang="zh-CN" dirty="0" err="1">
                <a:solidFill>
                  <a:srgbClr val="000000"/>
                </a:solidFill>
                <a:latin typeface="YaHei_Monaco-R"/>
              </a:rPr>
              <a:t>gdal</a:t>
            </a:r>
            <a:r>
              <a:rPr lang="en-US" altLang="zh-CN" dirty="0" err="1">
                <a:solidFill>
                  <a:srgbClr val="666666"/>
                </a:solidFill>
                <a:latin typeface="YaHei_Monaco-R"/>
              </a:rPr>
              <a:t>.</a:t>
            </a:r>
            <a:r>
              <a:rPr lang="en-US" altLang="zh-CN" dirty="0" err="1">
                <a:solidFill>
                  <a:srgbClr val="000000"/>
                </a:solidFill>
                <a:latin typeface="YaHei_Monaco-R"/>
              </a:rPr>
              <a:t>Open</a:t>
            </a:r>
            <a:r>
              <a:rPr lang="en-US" altLang="zh-CN" dirty="0" smtClean="0">
                <a:solidFill>
                  <a:srgbClr val="000000"/>
                </a:solidFill>
                <a:latin typeface="YaHei_Monaco-R"/>
              </a:rPr>
              <a:t>(</a:t>
            </a:r>
            <a:r>
              <a:rPr lang="en-US" altLang="zh-CN" dirty="0" smtClean="0">
                <a:solidFill>
                  <a:srgbClr val="BB2121"/>
                </a:solidFill>
                <a:latin typeface="YaHei_Monaco-R"/>
              </a:rPr>
              <a:t>"</a:t>
            </a:r>
            <a:r>
              <a:rPr lang="en-US" altLang="zh-CN" dirty="0" err="1" smtClean="0">
                <a:solidFill>
                  <a:srgbClr val="BB2121"/>
                </a:solidFill>
                <a:latin typeface="YaHei_Monaco-R"/>
              </a:rPr>
              <a:t>geotiff_file.tif</a:t>
            </a:r>
            <a:r>
              <a:rPr lang="en-US" altLang="zh-CN" dirty="0">
                <a:solidFill>
                  <a:srgbClr val="BB2121"/>
                </a:solidFill>
                <a:latin typeface="YaHei_Monaco-R"/>
              </a:rPr>
              <a:t>"</a:t>
            </a:r>
            <a:r>
              <a:rPr lang="en-US" altLang="zh-CN" dirty="0">
                <a:solidFill>
                  <a:srgbClr val="000000"/>
                </a:solidFill>
                <a:latin typeface="YaHei_Monaco-R"/>
              </a:rPr>
              <a:t>)</a:t>
            </a:r>
          </a:p>
          <a:p>
            <a:r>
              <a:rPr lang="en-US" altLang="zh-CN" sz="1600" dirty="0">
                <a:solidFill>
                  <a:srgbClr val="8080FF"/>
                </a:solidFill>
                <a:latin typeface="LMSans8-Regular-Identity-H"/>
              </a:rPr>
              <a:t>3 </a:t>
            </a:r>
            <a:r>
              <a:rPr lang="en-US" altLang="zh-CN" dirty="0">
                <a:solidFill>
                  <a:srgbClr val="666666"/>
                </a:solidFill>
                <a:latin typeface="YaHei_Monaco-R"/>
              </a:rPr>
              <a:t>&gt;&gt;&gt; </a:t>
            </a:r>
            <a:r>
              <a:rPr lang="en-US" altLang="zh-CN" dirty="0" err="1">
                <a:solidFill>
                  <a:srgbClr val="000000"/>
                </a:solidFill>
                <a:latin typeface="YaHei_Monaco-R"/>
              </a:rPr>
              <a:t>dataset</a:t>
            </a:r>
            <a:r>
              <a:rPr lang="en-US" altLang="zh-CN" dirty="0" err="1">
                <a:solidFill>
                  <a:srgbClr val="666666"/>
                </a:solidFill>
                <a:latin typeface="YaHei_Monaco-R"/>
              </a:rPr>
              <a:t>.</a:t>
            </a:r>
            <a:r>
              <a:rPr lang="en-US" altLang="zh-CN" dirty="0" err="1">
                <a:solidFill>
                  <a:srgbClr val="000000"/>
                </a:solidFill>
                <a:latin typeface="YaHei_Monaco-R"/>
              </a:rPr>
              <a:t>GetMetadata</a:t>
            </a:r>
            <a:r>
              <a:rPr lang="en-US" altLang="zh-CN" dirty="0">
                <a:solidFill>
                  <a:srgbClr val="000000"/>
                </a:solidFill>
                <a:latin typeface="YaHei_Monaco-R"/>
              </a:rPr>
              <a:t>()</a:t>
            </a:r>
          </a:p>
          <a:p>
            <a:r>
              <a:rPr lang="en-US" altLang="zh-CN" sz="1600" dirty="0">
                <a:solidFill>
                  <a:srgbClr val="8080FF"/>
                </a:solidFill>
                <a:latin typeface="LMSans8-Regular-Identity-H"/>
              </a:rPr>
              <a:t>4 </a:t>
            </a:r>
            <a:r>
              <a:rPr lang="en-US" altLang="zh-CN" dirty="0">
                <a:solidFill>
                  <a:srgbClr val="000000"/>
                </a:solidFill>
                <a:latin typeface="YaHei_Monaco-R"/>
              </a:rPr>
              <a:t>{</a:t>
            </a:r>
            <a:r>
              <a:rPr lang="en-US" altLang="zh-CN" dirty="0">
                <a:solidFill>
                  <a:srgbClr val="BB2121"/>
                </a:solidFill>
                <a:latin typeface="YaHei_Monaco-R"/>
              </a:rPr>
              <a:t>'</a:t>
            </a:r>
            <a:r>
              <a:rPr lang="en-US" altLang="zh-CN" dirty="0" err="1">
                <a:solidFill>
                  <a:srgbClr val="BB2121"/>
                </a:solidFill>
                <a:latin typeface="YaHei_Monaco-R"/>
              </a:rPr>
              <a:t>DataType</a:t>
            </a:r>
            <a:r>
              <a:rPr lang="en-US" altLang="zh-CN" dirty="0">
                <a:solidFill>
                  <a:srgbClr val="BB2121"/>
                </a:solidFill>
                <a:latin typeface="YaHei_Monaco-R"/>
              </a:rPr>
              <a:t>'</a:t>
            </a:r>
            <a:r>
              <a:rPr lang="en-US" altLang="zh-CN" dirty="0">
                <a:solidFill>
                  <a:srgbClr val="000000"/>
                </a:solidFill>
                <a:latin typeface="YaHei_Monaco-R"/>
              </a:rPr>
              <a:t>: </a:t>
            </a:r>
            <a:r>
              <a:rPr lang="en-US" altLang="zh-CN" dirty="0">
                <a:solidFill>
                  <a:srgbClr val="BB2121"/>
                </a:solidFill>
                <a:latin typeface="YaHei_Monaco-R"/>
              </a:rPr>
              <a:t>'Generic'</a:t>
            </a:r>
            <a:r>
              <a:rPr lang="en-US" altLang="zh-CN" dirty="0">
                <a:solidFill>
                  <a:srgbClr val="000000"/>
                </a:solidFill>
                <a:latin typeface="YaHei_Monaco-R"/>
              </a:rPr>
              <a:t>, </a:t>
            </a:r>
            <a:r>
              <a:rPr lang="en-US" altLang="zh-CN" dirty="0">
                <a:solidFill>
                  <a:srgbClr val="BB2121"/>
                </a:solidFill>
                <a:latin typeface="YaHei_Monaco-R"/>
              </a:rPr>
              <a:t>'AREA_OR_POINT'</a:t>
            </a:r>
            <a:r>
              <a:rPr lang="en-US" altLang="zh-CN" dirty="0">
                <a:solidFill>
                  <a:srgbClr val="000000"/>
                </a:solidFill>
                <a:latin typeface="YaHei_Monaco-R"/>
              </a:rPr>
              <a:t>: </a:t>
            </a:r>
            <a:r>
              <a:rPr lang="en-US" altLang="zh-CN" dirty="0">
                <a:solidFill>
                  <a:srgbClr val="BB2121"/>
                </a:solidFill>
                <a:latin typeface="YaHei_Monaco-R"/>
              </a:rPr>
              <a:t>'Area</a:t>
            </a:r>
            <a:r>
              <a:rPr lang="en-US" altLang="zh-CN" dirty="0" smtClean="0">
                <a:solidFill>
                  <a:srgbClr val="BB2121"/>
                </a:solidFill>
                <a:latin typeface="YaHei_Monaco-R"/>
              </a:rPr>
              <a:t>'</a:t>
            </a:r>
            <a:r>
              <a:rPr lang="en-US" altLang="zh-CN" dirty="0" smtClean="0">
                <a:solidFill>
                  <a:srgbClr val="000000"/>
                </a:solidFill>
                <a:latin typeface="YaHei_Monaco-R"/>
              </a:rPr>
              <a:t>}</a:t>
            </a:r>
          </a:p>
          <a:p>
            <a:endParaRPr lang="en-US" altLang="zh-CN" dirty="0">
              <a:solidFill>
                <a:srgbClr val="000000"/>
              </a:solidFill>
              <a:latin typeface="YaHei_Monaco-R"/>
            </a:endParaRPr>
          </a:p>
          <a:p>
            <a:r>
              <a:rPr lang="en-US" altLang="zh-CN" sz="1600" dirty="0" smtClean="0">
                <a:solidFill>
                  <a:srgbClr val="8080FF"/>
                </a:solidFill>
                <a:latin typeface="LMSans8-Regular-Identity-H"/>
              </a:rPr>
              <a:t>5 </a:t>
            </a:r>
            <a:r>
              <a:rPr lang="en-US" altLang="zh-CN" dirty="0">
                <a:solidFill>
                  <a:srgbClr val="666666"/>
                </a:solidFill>
                <a:latin typeface="YaHei_Monaco-R"/>
              </a:rPr>
              <a:t>&gt;&gt;&gt; </a:t>
            </a:r>
            <a:r>
              <a:rPr lang="en-US" altLang="zh-CN" dirty="0" smtClean="0">
                <a:solidFill>
                  <a:srgbClr val="000000"/>
                </a:solidFill>
                <a:latin typeface="YaHei_Monaco-R"/>
              </a:rPr>
              <a:t>dataset1 </a:t>
            </a:r>
            <a:r>
              <a:rPr lang="en-US" altLang="zh-CN" dirty="0">
                <a:solidFill>
                  <a:srgbClr val="666666"/>
                </a:solidFill>
                <a:latin typeface="YaHei_Monaco-R"/>
              </a:rPr>
              <a:t>= </a:t>
            </a:r>
            <a:r>
              <a:rPr lang="en-US" altLang="zh-CN" dirty="0" err="1">
                <a:solidFill>
                  <a:srgbClr val="000000"/>
                </a:solidFill>
                <a:latin typeface="YaHei_Monaco-R"/>
              </a:rPr>
              <a:t>gdal</a:t>
            </a:r>
            <a:r>
              <a:rPr lang="en-US" altLang="zh-CN" dirty="0" err="1">
                <a:solidFill>
                  <a:srgbClr val="666666"/>
                </a:solidFill>
                <a:latin typeface="YaHei_Monaco-R"/>
              </a:rPr>
              <a:t>.</a:t>
            </a:r>
            <a:r>
              <a:rPr lang="en-US" altLang="zh-CN" dirty="0" err="1">
                <a:solidFill>
                  <a:srgbClr val="000000"/>
                </a:solidFill>
                <a:latin typeface="YaHei_Monaco-R"/>
              </a:rPr>
              <a:t>Open</a:t>
            </a:r>
            <a:r>
              <a:rPr lang="en-US" altLang="zh-CN" dirty="0" smtClean="0">
                <a:solidFill>
                  <a:srgbClr val="000000"/>
                </a:solidFill>
                <a:latin typeface="YaHei_Monaco-R"/>
              </a:rPr>
              <a:t>(</a:t>
            </a:r>
            <a:r>
              <a:rPr lang="en-US" altLang="zh-CN" dirty="0" smtClean="0">
                <a:solidFill>
                  <a:srgbClr val="BB2121"/>
                </a:solidFill>
                <a:latin typeface="YaHei_Monaco-R"/>
              </a:rPr>
              <a:t>“lu75c.tif”</a:t>
            </a:r>
            <a:r>
              <a:rPr lang="en-US" altLang="zh-CN" dirty="0" smtClean="0">
                <a:solidFill>
                  <a:srgbClr val="000000"/>
                </a:solidFill>
                <a:latin typeface="YaHei_Monaco-R"/>
              </a:rPr>
              <a:t>)   #</a:t>
            </a:r>
            <a:r>
              <a:rPr lang="zh-CN" altLang="en-US" dirty="0" smtClean="0">
                <a:solidFill>
                  <a:srgbClr val="000000"/>
                </a:solidFill>
                <a:latin typeface="YaHei_Monaco-R"/>
              </a:rPr>
              <a:t>元数据信息对于不同数据不一样</a:t>
            </a:r>
            <a:endParaRPr lang="en-US" altLang="zh-CN" dirty="0">
              <a:solidFill>
                <a:srgbClr val="000000"/>
              </a:solidFill>
              <a:latin typeface="YaHei_Monaco-R"/>
            </a:endParaRPr>
          </a:p>
          <a:p>
            <a:r>
              <a:rPr lang="en-US" altLang="zh-CN" sz="1600" dirty="0" smtClean="0">
                <a:solidFill>
                  <a:srgbClr val="8080FF"/>
                </a:solidFill>
                <a:latin typeface="LMSans8-Regular-Identity-H"/>
              </a:rPr>
              <a:t>6 </a:t>
            </a:r>
            <a:r>
              <a:rPr lang="en-US" altLang="zh-CN" dirty="0">
                <a:solidFill>
                  <a:srgbClr val="666666"/>
                </a:solidFill>
                <a:latin typeface="YaHei_Monaco-R"/>
              </a:rPr>
              <a:t>&gt;&gt;&gt; </a:t>
            </a:r>
            <a:r>
              <a:rPr lang="en-US" altLang="zh-CN" dirty="0" smtClean="0">
                <a:solidFill>
                  <a:srgbClr val="000000"/>
                </a:solidFill>
                <a:latin typeface="YaHei_Monaco-R"/>
              </a:rPr>
              <a:t>dataset1</a:t>
            </a:r>
            <a:r>
              <a:rPr lang="en-US" altLang="zh-CN" dirty="0" smtClean="0">
                <a:solidFill>
                  <a:srgbClr val="666666"/>
                </a:solidFill>
                <a:latin typeface="YaHei_Monaco-R"/>
              </a:rPr>
              <a:t>.</a:t>
            </a:r>
            <a:r>
              <a:rPr lang="en-US" altLang="zh-CN" dirty="0" smtClean="0">
                <a:solidFill>
                  <a:srgbClr val="000000"/>
                </a:solidFill>
                <a:latin typeface="YaHei_Monaco-R"/>
              </a:rPr>
              <a:t>GetMetadata()</a:t>
            </a:r>
          </a:p>
          <a:p>
            <a:r>
              <a:rPr lang="en-US" altLang="zh-CN" sz="1600" dirty="0" smtClean="0">
                <a:solidFill>
                  <a:srgbClr val="8080FF"/>
                </a:solidFill>
                <a:latin typeface="LMSans8-Regular-Identity-H"/>
              </a:rPr>
              <a:t>7 </a:t>
            </a:r>
            <a:r>
              <a:rPr lang="en-US" altLang="zh-CN" dirty="0" smtClean="0">
                <a:solidFill>
                  <a:srgbClr val="000000"/>
                </a:solidFill>
                <a:latin typeface="YaHei_Monaco-R"/>
              </a:rPr>
              <a:t>{</a:t>
            </a:r>
            <a:r>
              <a:rPr lang="en-US" altLang="zh-CN" dirty="0" smtClean="0">
                <a:solidFill>
                  <a:srgbClr val="C00000"/>
                </a:solidFill>
                <a:latin typeface="YaHei_Monaco-R"/>
              </a:rPr>
              <a:t>‘AREA_OR_POINT’: ‘</a:t>
            </a:r>
            <a:r>
              <a:rPr lang="en-US" altLang="zh-CN" dirty="0" err="1" smtClean="0">
                <a:solidFill>
                  <a:srgbClr val="C00000"/>
                </a:solidFill>
                <a:latin typeface="YaHei_Monaco-R"/>
              </a:rPr>
              <a:t>Area’,‘TIFFTAG_XRESOLUTION</a:t>
            </a:r>
            <a:r>
              <a:rPr lang="en-US" altLang="zh-CN" dirty="0" smtClean="0">
                <a:solidFill>
                  <a:srgbClr val="C00000"/>
                </a:solidFill>
                <a:latin typeface="YaHei_Monaco-R"/>
              </a:rPr>
              <a:t>’: ‘1’,‘TIFFTAG_YRESOLUTION’: ‘1’</a:t>
            </a:r>
            <a:r>
              <a:rPr lang="en-US" altLang="zh-CN" dirty="0" smtClean="0">
                <a:solidFill>
                  <a:srgbClr val="000000"/>
                </a:solidFill>
                <a:latin typeface="YaHei_Monaco-R"/>
              </a:rPr>
              <a:t>}</a:t>
            </a:r>
            <a:endParaRPr lang="en-US" altLang="zh-CN" dirty="0">
              <a:solidFill>
                <a:srgbClr val="000000"/>
              </a:solidFill>
              <a:latin typeface="YaHei_Monaco-R"/>
            </a:endParaRPr>
          </a:p>
        </p:txBody>
      </p:sp>
    </p:spTree>
    <p:extLst>
      <p:ext uri="{BB962C8B-B14F-4D97-AF65-F5344CB8AC3E}">
        <p14:creationId xmlns:p14="http://schemas.microsoft.com/office/powerpoint/2010/main" val="3102866307"/>
      </p:ext>
    </p:extLst>
  </p:cSld>
  <p:clrMapOvr>
    <a:masterClrMapping/>
  </p:clrMapOvr>
  <p:transition spd="slow"/>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标题 1"/>
          <p:cNvSpPr txBox="1">
            <a:spLocks/>
          </p:cNvSpPr>
          <p:nvPr/>
        </p:nvSpPr>
        <p:spPr>
          <a:xfrm>
            <a:off x="838200" y="148859"/>
            <a:ext cx="11353800" cy="714357"/>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lang="zh-CN" altLang="en-US" sz="4000" b="1" dirty="0" smtClean="0">
                <a:solidFill>
                  <a:srgbClr val="FFFFFF"/>
                </a:solidFill>
                <a:latin typeface="微软雅黑" panose="020B0503020204020204" pitchFamily="34" charset="-122"/>
                <a:ea typeface="微软雅黑" panose="020B0503020204020204" pitchFamily="34" charset="-122"/>
              </a:rPr>
              <a:t>获取栅格波段数目</a:t>
            </a:r>
            <a:endParaRPr kumimoji="0" lang="zh-CN" altLang="en-US" sz="4000" b="1" i="0" u="none" strike="noStrike" kern="120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j-cs"/>
            </a:endParaRPr>
          </a:p>
        </p:txBody>
      </p:sp>
      <p:sp>
        <p:nvSpPr>
          <p:cNvPr id="3" name="内容占位符 2"/>
          <p:cNvSpPr>
            <a:spLocks noGrp="1"/>
          </p:cNvSpPr>
          <p:nvPr>
            <p:ph idx="1"/>
          </p:nvPr>
        </p:nvSpPr>
        <p:spPr>
          <a:xfrm>
            <a:off x="838200" y="1218475"/>
            <a:ext cx="10692383" cy="4851083"/>
          </a:xfrm>
        </p:spPr>
        <p:txBody>
          <a:bodyPr>
            <a:normAutofit/>
          </a:bodyPr>
          <a:lstStyle/>
          <a:p>
            <a:pPr>
              <a:lnSpc>
                <a:spcPct val="100000"/>
              </a:lnSpc>
            </a:pPr>
            <a:r>
              <a:rPr lang="zh-CN" altLang="en-US" dirty="0"/>
              <a:t>栅格数据集是由多个数据构成</a:t>
            </a:r>
            <a:r>
              <a:rPr lang="zh-CN" altLang="en-US" dirty="0" smtClean="0"/>
              <a:t>的</a:t>
            </a:r>
            <a:r>
              <a:rPr lang="zh-CN" altLang="en-US" dirty="0"/>
              <a:t>。</a:t>
            </a:r>
            <a:r>
              <a:rPr lang="zh-CN" altLang="en-US" dirty="0" smtClean="0"/>
              <a:t>在</a:t>
            </a:r>
            <a:r>
              <a:rPr lang="en-US" altLang="zh-CN" dirty="0"/>
              <a:t>GDAL </a:t>
            </a:r>
            <a:r>
              <a:rPr lang="zh-CN" altLang="en-US" dirty="0"/>
              <a:t>中，每一个波段，</a:t>
            </a:r>
            <a:r>
              <a:rPr lang="zh-CN" altLang="en-US" dirty="0" smtClean="0"/>
              <a:t>都是一</a:t>
            </a:r>
            <a:r>
              <a:rPr lang="zh-CN" altLang="en-US" dirty="0"/>
              <a:t>个数据集；不仅如此，栅格数据集还可能包含有子数据集，</a:t>
            </a:r>
            <a:r>
              <a:rPr lang="zh-CN" altLang="en-US" dirty="0" smtClean="0"/>
              <a:t>每个子数据</a:t>
            </a:r>
            <a:r>
              <a:rPr lang="zh-CN" altLang="en-US" dirty="0"/>
              <a:t>集又可能包含有波段</a:t>
            </a:r>
            <a:r>
              <a:rPr lang="zh-CN" altLang="en-US" dirty="0" smtClean="0"/>
              <a:t>。</a:t>
            </a:r>
            <a:endParaRPr lang="en-US" altLang="zh-CN" dirty="0" smtClean="0"/>
          </a:p>
          <a:p>
            <a:pPr marL="0" indent="0">
              <a:lnSpc>
                <a:spcPct val="100000"/>
              </a:lnSpc>
              <a:buNone/>
            </a:pPr>
            <a:endParaRPr lang="en-US" altLang="zh-CN" dirty="0" smtClean="0"/>
          </a:p>
          <a:p>
            <a:pPr marL="0" indent="0">
              <a:lnSpc>
                <a:spcPct val="100000"/>
              </a:lnSpc>
              <a:buNone/>
            </a:pPr>
            <a:endParaRPr lang="en-US" altLang="zh-CN" dirty="0" smtClean="0"/>
          </a:p>
          <a:p>
            <a:pPr>
              <a:lnSpc>
                <a:spcPct val="100000"/>
              </a:lnSpc>
            </a:pPr>
            <a:r>
              <a:rPr lang="en-US" altLang="zh-CN" dirty="0" smtClean="0"/>
              <a:t>MODIS L1B </a:t>
            </a:r>
            <a:r>
              <a:rPr lang="zh-CN" altLang="en-US" dirty="0"/>
              <a:t>的数据格式是</a:t>
            </a:r>
            <a:r>
              <a:rPr lang="en-US" altLang="zh-CN" dirty="0"/>
              <a:t>HDF </a:t>
            </a:r>
            <a:r>
              <a:rPr lang="zh-CN" altLang="en-US" dirty="0"/>
              <a:t>格式的，它的数据是以子数据集</a:t>
            </a:r>
            <a:r>
              <a:rPr lang="zh-CN" altLang="en-US" dirty="0" smtClean="0"/>
              <a:t>组织</a:t>
            </a:r>
            <a:r>
              <a:rPr lang="zh-CN" altLang="en-US" dirty="0"/>
              <a:t>的，要获取其相关的数据的信息，需要继续访问其子数据集。</a:t>
            </a:r>
          </a:p>
        </p:txBody>
      </p:sp>
      <p:sp>
        <p:nvSpPr>
          <p:cNvPr id="5" name="矩形 4"/>
          <p:cNvSpPr/>
          <p:nvPr/>
        </p:nvSpPr>
        <p:spPr>
          <a:xfrm>
            <a:off x="1322505" y="4911434"/>
            <a:ext cx="10110216" cy="923330"/>
          </a:xfrm>
          <a:prstGeom prst="rect">
            <a:avLst/>
          </a:prstGeom>
          <a:solidFill>
            <a:schemeClr val="bg1">
              <a:lumMod val="85000"/>
            </a:schemeClr>
          </a:solidFill>
        </p:spPr>
        <p:txBody>
          <a:bodyPr wrap="square">
            <a:spAutoFit/>
          </a:bodyPr>
          <a:lstStyle/>
          <a:p>
            <a:r>
              <a:rPr lang="en-US" altLang="zh-CN" sz="1600" dirty="0" smtClean="0">
                <a:solidFill>
                  <a:srgbClr val="8080FF"/>
                </a:solidFill>
                <a:latin typeface="LMSans8-Regular-Identity-H"/>
              </a:rPr>
              <a:t>3 </a:t>
            </a:r>
            <a:r>
              <a:rPr lang="en-US" altLang="zh-CN" dirty="0">
                <a:solidFill>
                  <a:srgbClr val="666666"/>
                </a:solidFill>
                <a:latin typeface="YaHei_Monaco-R"/>
              </a:rPr>
              <a:t>&gt;&gt;&gt; </a:t>
            </a:r>
            <a:r>
              <a:rPr lang="en-US" altLang="zh-CN" dirty="0" err="1">
                <a:solidFill>
                  <a:srgbClr val="000000"/>
                </a:solidFill>
                <a:latin typeface="YaHei_Monaco-R"/>
              </a:rPr>
              <a:t>mds</a:t>
            </a:r>
            <a:r>
              <a:rPr lang="en-US" altLang="zh-CN" dirty="0">
                <a:solidFill>
                  <a:srgbClr val="000000"/>
                </a:solidFill>
                <a:latin typeface="YaHei_Monaco-R"/>
              </a:rPr>
              <a:t> </a:t>
            </a:r>
            <a:r>
              <a:rPr lang="en-US" altLang="zh-CN" dirty="0">
                <a:solidFill>
                  <a:srgbClr val="666666"/>
                </a:solidFill>
                <a:latin typeface="YaHei_Monaco-R"/>
              </a:rPr>
              <a:t>= </a:t>
            </a:r>
            <a:r>
              <a:rPr lang="en-US" altLang="zh-CN" dirty="0" err="1">
                <a:solidFill>
                  <a:srgbClr val="000000"/>
                </a:solidFill>
                <a:latin typeface="YaHei_Monaco-R"/>
              </a:rPr>
              <a:t>gdal</a:t>
            </a:r>
            <a:r>
              <a:rPr lang="en-US" altLang="zh-CN" dirty="0" err="1">
                <a:solidFill>
                  <a:srgbClr val="666666"/>
                </a:solidFill>
                <a:latin typeface="YaHei_Monaco-R"/>
              </a:rPr>
              <a:t>.</a:t>
            </a:r>
            <a:r>
              <a:rPr lang="en-US" altLang="zh-CN" dirty="0" err="1">
                <a:solidFill>
                  <a:srgbClr val="000000"/>
                </a:solidFill>
                <a:latin typeface="YaHei_Monaco-R"/>
              </a:rPr>
              <a:t>Open</a:t>
            </a:r>
            <a:r>
              <a:rPr lang="en-US" altLang="zh-CN" dirty="0" smtClean="0">
                <a:solidFill>
                  <a:srgbClr val="000000"/>
                </a:solidFill>
                <a:latin typeface="YaHei_Monaco-R"/>
              </a:rPr>
              <a:t>(</a:t>
            </a:r>
            <a:r>
              <a:rPr lang="en-US" altLang="zh-CN" dirty="0" smtClean="0">
                <a:solidFill>
                  <a:srgbClr val="BB2121"/>
                </a:solidFill>
                <a:latin typeface="YaHei_Monaco-R"/>
              </a:rPr>
              <a:t>“/</a:t>
            </a:r>
            <a:r>
              <a:rPr lang="en-US" altLang="zh-CN" dirty="0" err="1" smtClean="0">
                <a:solidFill>
                  <a:srgbClr val="BB2121"/>
                </a:solidFill>
                <a:latin typeface="YaHei_Monaco-R"/>
              </a:rPr>
              <a:t>gdata</a:t>
            </a:r>
            <a:r>
              <a:rPr lang="en-US" altLang="zh-CN" dirty="0" smtClean="0">
                <a:solidFill>
                  <a:srgbClr val="BB2121"/>
                </a:solidFill>
                <a:latin typeface="YaHei_Monaco-R"/>
              </a:rPr>
              <a:t>/MOD09A1.A2009193.h28v06.005.2009203125525.hdf”</a:t>
            </a:r>
            <a:r>
              <a:rPr lang="zh-CN" altLang="en-US" dirty="0" smtClean="0">
                <a:latin typeface="YaHei_Monaco-R"/>
              </a:rPr>
              <a:t>）</a:t>
            </a:r>
            <a:endParaRPr lang="en-US" altLang="zh-CN" dirty="0" smtClean="0">
              <a:latin typeface="YaHei_Monaco-R"/>
            </a:endParaRPr>
          </a:p>
          <a:p>
            <a:r>
              <a:rPr lang="en-US" altLang="zh-CN" sz="1600" dirty="0" smtClean="0">
                <a:solidFill>
                  <a:srgbClr val="8080FF"/>
                </a:solidFill>
                <a:latin typeface="LMSans8-Regular-Identity-H"/>
              </a:rPr>
              <a:t>4 </a:t>
            </a:r>
            <a:r>
              <a:rPr lang="en-US" altLang="zh-CN" dirty="0">
                <a:solidFill>
                  <a:srgbClr val="666666"/>
                </a:solidFill>
                <a:latin typeface="YaHei_Monaco-R"/>
              </a:rPr>
              <a:t>&gt;&gt;&gt; </a:t>
            </a:r>
            <a:r>
              <a:rPr lang="en-US" altLang="zh-CN" dirty="0" err="1">
                <a:solidFill>
                  <a:srgbClr val="000000"/>
                </a:solidFill>
                <a:latin typeface="YaHei_Monaco-R"/>
              </a:rPr>
              <a:t>mds</a:t>
            </a:r>
            <a:r>
              <a:rPr lang="en-US" altLang="zh-CN" dirty="0" err="1">
                <a:solidFill>
                  <a:srgbClr val="666666"/>
                </a:solidFill>
                <a:latin typeface="YaHei_Monaco-R"/>
              </a:rPr>
              <a:t>.</a:t>
            </a:r>
            <a:r>
              <a:rPr lang="en-US" altLang="zh-CN" dirty="0" err="1">
                <a:solidFill>
                  <a:srgbClr val="000000"/>
                </a:solidFill>
                <a:latin typeface="YaHei_Monaco-R"/>
              </a:rPr>
              <a:t>RasterCount</a:t>
            </a:r>
            <a:endParaRPr lang="en-US" altLang="zh-CN" dirty="0">
              <a:solidFill>
                <a:srgbClr val="000000"/>
              </a:solidFill>
              <a:latin typeface="YaHei_Monaco-R"/>
            </a:endParaRPr>
          </a:p>
          <a:p>
            <a:r>
              <a:rPr lang="en-US" altLang="zh-CN" sz="1600" dirty="0">
                <a:solidFill>
                  <a:srgbClr val="8080FF"/>
                </a:solidFill>
                <a:latin typeface="LMSans8-Regular-Identity-H"/>
              </a:rPr>
              <a:t>5 </a:t>
            </a:r>
            <a:r>
              <a:rPr lang="en-US" altLang="zh-CN" dirty="0">
                <a:solidFill>
                  <a:srgbClr val="666666"/>
                </a:solidFill>
                <a:latin typeface="YaHei_Monaco-R"/>
              </a:rPr>
              <a:t>0</a:t>
            </a:r>
            <a:endParaRPr lang="zh-CN" altLang="en-US" dirty="0"/>
          </a:p>
        </p:txBody>
      </p:sp>
      <p:sp>
        <p:nvSpPr>
          <p:cNvPr id="6" name="矩形 5"/>
          <p:cNvSpPr/>
          <p:nvPr/>
        </p:nvSpPr>
        <p:spPr>
          <a:xfrm>
            <a:off x="1322505" y="2741789"/>
            <a:ext cx="10110216" cy="646331"/>
          </a:xfrm>
          <a:prstGeom prst="rect">
            <a:avLst/>
          </a:prstGeom>
          <a:solidFill>
            <a:schemeClr val="bg1">
              <a:lumMod val="85000"/>
            </a:schemeClr>
          </a:solidFill>
        </p:spPr>
        <p:txBody>
          <a:bodyPr wrap="square">
            <a:spAutoFit/>
          </a:bodyPr>
          <a:lstStyle/>
          <a:p>
            <a:r>
              <a:rPr lang="en-US" altLang="zh-CN" sz="1600" dirty="0">
                <a:solidFill>
                  <a:srgbClr val="8080FF"/>
                </a:solidFill>
                <a:latin typeface="LMSans8-Regular-Identity-H"/>
              </a:rPr>
              <a:t>1 </a:t>
            </a:r>
            <a:r>
              <a:rPr lang="en-US" altLang="zh-CN" dirty="0">
                <a:solidFill>
                  <a:srgbClr val="666666"/>
                </a:solidFill>
                <a:latin typeface="YaHei_Monaco-R"/>
              </a:rPr>
              <a:t>&gt;&gt;&gt; </a:t>
            </a:r>
            <a:r>
              <a:rPr lang="en-US" altLang="zh-CN" dirty="0" err="1">
                <a:solidFill>
                  <a:srgbClr val="000000"/>
                </a:solidFill>
                <a:latin typeface="YaHei_Monaco-R"/>
              </a:rPr>
              <a:t>dataset</a:t>
            </a:r>
            <a:r>
              <a:rPr lang="en-US" altLang="zh-CN" dirty="0" err="1">
                <a:solidFill>
                  <a:srgbClr val="666666"/>
                </a:solidFill>
                <a:latin typeface="YaHei_Monaco-R"/>
              </a:rPr>
              <a:t>.</a:t>
            </a:r>
            <a:r>
              <a:rPr lang="en-US" altLang="zh-CN" dirty="0" err="1">
                <a:solidFill>
                  <a:srgbClr val="000000"/>
                </a:solidFill>
                <a:latin typeface="YaHei_Monaco-R"/>
              </a:rPr>
              <a:t>RasterCount</a:t>
            </a:r>
            <a:endParaRPr lang="en-US" altLang="zh-CN" dirty="0">
              <a:solidFill>
                <a:srgbClr val="000000"/>
              </a:solidFill>
              <a:latin typeface="YaHei_Monaco-R"/>
            </a:endParaRPr>
          </a:p>
          <a:p>
            <a:r>
              <a:rPr lang="en-US" altLang="zh-CN" sz="1600" dirty="0">
                <a:solidFill>
                  <a:srgbClr val="8080FF"/>
                </a:solidFill>
                <a:latin typeface="LMSans8-Regular-Identity-H"/>
              </a:rPr>
              <a:t>2 </a:t>
            </a:r>
            <a:r>
              <a:rPr lang="en-US" altLang="zh-CN" dirty="0" smtClean="0">
                <a:solidFill>
                  <a:srgbClr val="666666"/>
                </a:solidFill>
                <a:latin typeface="YaHei_Monaco-R"/>
              </a:rPr>
              <a:t>3</a:t>
            </a:r>
            <a:endParaRPr lang="en-US" altLang="zh-CN" dirty="0">
              <a:solidFill>
                <a:srgbClr val="666666"/>
              </a:solidFill>
              <a:latin typeface="YaHei_Monaco-R"/>
            </a:endParaRPr>
          </a:p>
        </p:txBody>
      </p:sp>
    </p:spTree>
    <p:extLst>
      <p:ext uri="{BB962C8B-B14F-4D97-AF65-F5344CB8AC3E}">
        <p14:creationId xmlns:p14="http://schemas.microsoft.com/office/powerpoint/2010/main" val="4228825092"/>
      </p:ext>
    </p:extLst>
  </p:cSld>
  <p:clrMapOvr>
    <a:masterClrMapping/>
  </p:clrMapOvr>
  <p:transition spd="slow"/>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标题 1"/>
          <p:cNvSpPr txBox="1">
            <a:spLocks/>
          </p:cNvSpPr>
          <p:nvPr/>
        </p:nvSpPr>
        <p:spPr>
          <a:xfrm>
            <a:off x="838200" y="148859"/>
            <a:ext cx="11353800" cy="714357"/>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lang="zh-CN" altLang="en-US" sz="4000" b="1" dirty="0" smtClean="0">
                <a:solidFill>
                  <a:srgbClr val="FFFFFF"/>
                </a:solidFill>
                <a:latin typeface="微软雅黑" panose="020B0503020204020204" pitchFamily="34" charset="-122"/>
                <a:ea typeface="微软雅黑" panose="020B0503020204020204" pitchFamily="34" charset="-122"/>
              </a:rPr>
              <a:t>获取影像大小</a:t>
            </a:r>
            <a:endParaRPr kumimoji="0" lang="zh-CN" altLang="en-US" sz="4000" b="1" i="0" u="none" strike="noStrike" kern="120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j-cs"/>
            </a:endParaRPr>
          </a:p>
        </p:txBody>
      </p:sp>
      <p:sp>
        <p:nvSpPr>
          <p:cNvPr id="3" name="内容占位符 2"/>
          <p:cNvSpPr>
            <a:spLocks noGrp="1"/>
          </p:cNvSpPr>
          <p:nvPr>
            <p:ph idx="1"/>
          </p:nvPr>
        </p:nvSpPr>
        <p:spPr>
          <a:xfrm>
            <a:off x="954024" y="1858555"/>
            <a:ext cx="10692383" cy="4851083"/>
          </a:xfrm>
        </p:spPr>
        <p:txBody>
          <a:bodyPr>
            <a:normAutofit/>
          </a:bodyPr>
          <a:lstStyle/>
          <a:p>
            <a:r>
              <a:rPr lang="zh-CN" altLang="en-US" dirty="0"/>
              <a:t>栅格数据的大小指出了影像以像元为单位的宽度与高度</a:t>
            </a:r>
            <a:r>
              <a:rPr lang="zh-CN" altLang="en-US" dirty="0" smtClean="0"/>
              <a:t>。</a:t>
            </a:r>
            <a:endParaRPr lang="en-US" altLang="zh-CN" dirty="0"/>
          </a:p>
          <a:p>
            <a:endParaRPr lang="en-US" altLang="zh-CN" dirty="0" smtClean="0"/>
          </a:p>
          <a:p>
            <a:endParaRPr lang="en-US" altLang="zh-CN" dirty="0"/>
          </a:p>
          <a:p>
            <a:endParaRPr lang="en-US" altLang="zh-CN" dirty="0" smtClean="0"/>
          </a:p>
          <a:p>
            <a:endParaRPr lang="en-US" altLang="zh-CN" dirty="0"/>
          </a:p>
          <a:p>
            <a:r>
              <a:rPr lang="zh-CN" altLang="en-US" dirty="0" smtClean="0"/>
              <a:t>可以看出影像</a:t>
            </a:r>
            <a:r>
              <a:rPr lang="zh-CN" altLang="en-US" dirty="0"/>
              <a:t>大小是</a:t>
            </a:r>
            <a:r>
              <a:rPr lang="en-US" altLang="zh-CN" dirty="0" smtClean="0"/>
              <a:t>1500 </a:t>
            </a:r>
            <a:r>
              <a:rPr lang="en-US" altLang="zh-CN" dirty="0"/>
              <a:t>× </a:t>
            </a:r>
            <a:r>
              <a:rPr lang="en-US" altLang="zh-CN" dirty="0" smtClean="0"/>
              <a:t>900 </a:t>
            </a:r>
            <a:r>
              <a:rPr lang="zh-CN" altLang="en-US" dirty="0"/>
              <a:t>。</a:t>
            </a:r>
          </a:p>
        </p:txBody>
      </p:sp>
      <p:sp>
        <p:nvSpPr>
          <p:cNvPr id="2" name="矩形 1"/>
          <p:cNvSpPr/>
          <p:nvPr/>
        </p:nvSpPr>
        <p:spPr>
          <a:xfrm>
            <a:off x="1182624" y="2865412"/>
            <a:ext cx="9707880" cy="923330"/>
          </a:xfrm>
          <a:prstGeom prst="rect">
            <a:avLst/>
          </a:prstGeom>
          <a:solidFill>
            <a:schemeClr val="bg1">
              <a:lumMod val="85000"/>
            </a:schemeClr>
          </a:solidFill>
        </p:spPr>
        <p:txBody>
          <a:bodyPr wrap="square">
            <a:spAutoFit/>
          </a:bodyPr>
          <a:lstStyle/>
          <a:p>
            <a:r>
              <a:rPr lang="en-US" altLang="zh-CN" sz="1600" dirty="0">
                <a:solidFill>
                  <a:srgbClr val="8080FF"/>
                </a:solidFill>
                <a:latin typeface="LMSans8-Regular-Identity-H"/>
              </a:rPr>
              <a:t>1 </a:t>
            </a:r>
            <a:r>
              <a:rPr lang="en-US" altLang="zh-CN" dirty="0">
                <a:solidFill>
                  <a:srgbClr val="666666"/>
                </a:solidFill>
                <a:latin typeface="YaHei_Monaco-R"/>
              </a:rPr>
              <a:t>&gt;&gt;&gt; </a:t>
            </a:r>
            <a:r>
              <a:rPr lang="en-US" altLang="zh-CN" dirty="0" err="1">
                <a:solidFill>
                  <a:srgbClr val="000000"/>
                </a:solidFill>
                <a:latin typeface="YaHei_Monaco-R"/>
              </a:rPr>
              <a:t>img_width,img_height</a:t>
            </a:r>
            <a:r>
              <a:rPr lang="en-US" altLang="zh-CN" dirty="0">
                <a:solidFill>
                  <a:srgbClr val="000000"/>
                </a:solidFill>
                <a:latin typeface="YaHei_Monaco-R"/>
              </a:rPr>
              <a:t> </a:t>
            </a:r>
            <a:r>
              <a:rPr lang="en-US" altLang="zh-CN" dirty="0">
                <a:solidFill>
                  <a:srgbClr val="666666"/>
                </a:solidFill>
                <a:latin typeface="YaHei_Monaco-R"/>
              </a:rPr>
              <a:t>= </a:t>
            </a:r>
            <a:r>
              <a:rPr lang="en-US" altLang="zh-CN" dirty="0" err="1">
                <a:solidFill>
                  <a:srgbClr val="000000"/>
                </a:solidFill>
                <a:latin typeface="YaHei_Monaco-R"/>
              </a:rPr>
              <a:t>dataset</a:t>
            </a:r>
            <a:r>
              <a:rPr lang="en-US" altLang="zh-CN" dirty="0" err="1">
                <a:solidFill>
                  <a:srgbClr val="666666"/>
                </a:solidFill>
                <a:latin typeface="YaHei_Monaco-R"/>
              </a:rPr>
              <a:t>.</a:t>
            </a:r>
            <a:r>
              <a:rPr lang="en-US" altLang="zh-CN" dirty="0" err="1">
                <a:solidFill>
                  <a:srgbClr val="000000"/>
                </a:solidFill>
                <a:latin typeface="YaHei_Monaco-R"/>
              </a:rPr>
              <a:t>RasterXSize,dataset</a:t>
            </a:r>
            <a:r>
              <a:rPr lang="en-US" altLang="zh-CN" dirty="0" err="1">
                <a:solidFill>
                  <a:srgbClr val="666666"/>
                </a:solidFill>
                <a:latin typeface="YaHei_Monaco-R"/>
              </a:rPr>
              <a:t>.</a:t>
            </a:r>
            <a:r>
              <a:rPr lang="en-US" altLang="zh-CN" dirty="0" err="1">
                <a:solidFill>
                  <a:srgbClr val="000000"/>
                </a:solidFill>
                <a:latin typeface="YaHei_Monaco-R"/>
              </a:rPr>
              <a:t>RasterYSize</a:t>
            </a:r>
            <a:endParaRPr lang="en-US" altLang="zh-CN" dirty="0">
              <a:solidFill>
                <a:srgbClr val="000000"/>
              </a:solidFill>
              <a:latin typeface="YaHei_Monaco-R"/>
            </a:endParaRPr>
          </a:p>
          <a:p>
            <a:r>
              <a:rPr lang="en-US" altLang="zh-CN" sz="1600" dirty="0">
                <a:solidFill>
                  <a:srgbClr val="8080FF"/>
                </a:solidFill>
                <a:latin typeface="LMSans8-Regular-Identity-H"/>
              </a:rPr>
              <a:t>2 </a:t>
            </a:r>
            <a:r>
              <a:rPr lang="en-US" altLang="zh-CN" dirty="0">
                <a:solidFill>
                  <a:srgbClr val="666666"/>
                </a:solidFill>
                <a:latin typeface="YaHei_Monaco-R"/>
              </a:rPr>
              <a:t>&gt;&gt;&gt; </a:t>
            </a:r>
            <a:r>
              <a:rPr lang="en-US" altLang="zh-CN" dirty="0" err="1">
                <a:solidFill>
                  <a:srgbClr val="000000"/>
                </a:solidFill>
                <a:latin typeface="YaHei_Monaco-R"/>
              </a:rPr>
              <a:t>img_width,img_height</a:t>
            </a:r>
            <a:endParaRPr lang="en-US" altLang="zh-CN" dirty="0">
              <a:solidFill>
                <a:srgbClr val="000000"/>
              </a:solidFill>
              <a:latin typeface="YaHei_Monaco-R"/>
            </a:endParaRPr>
          </a:p>
          <a:p>
            <a:r>
              <a:rPr lang="en-US" altLang="zh-CN" sz="1600" dirty="0">
                <a:solidFill>
                  <a:srgbClr val="8080FF"/>
                </a:solidFill>
                <a:latin typeface="LMSans8-Regular-Identity-H"/>
              </a:rPr>
              <a:t>3 </a:t>
            </a:r>
            <a:r>
              <a:rPr lang="en-US" altLang="zh-CN" dirty="0">
                <a:solidFill>
                  <a:srgbClr val="000000"/>
                </a:solidFill>
                <a:latin typeface="YaHei_Monaco-R"/>
              </a:rPr>
              <a:t>(</a:t>
            </a:r>
            <a:r>
              <a:rPr lang="en-US" altLang="zh-CN" dirty="0" smtClean="0">
                <a:solidFill>
                  <a:srgbClr val="666666"/>
                </a:solidFill>
                <a:latin typeface="YaHei_Monaco-R"/>
              </a:rPr>
              <a:t>1500</a:t>
            </a:r>
            <a:r>
              <a:rPr lang="en-US" altLang="zh-CN" dirty="0" smtClean="0">
                <a:solidFill>
                  <a:srgbClr val="000000"/>
                </a:solidFill>
                <a:latin typeface="YaHei_Monaco-R"/>
              </a:rPr>
              <a:t>, </a:t>
            </a:r>
            <a:r>
              <a:rPr lang="en-US" altLang="zh-CN" dirty="0" smtClean="0">
                <a:solidFill>
                  <a:srgbClr val="666666"/>
                </a:solidFill>
                <a:latin typeface="YaHei_Monaco-R"/>
              </a:rPr>
              <a:t>900</a:t>
            </a:r>
            <a:r>
              <a:rPr lang="en-US" altLang="zh-CN" dirty="0" smtClean="0">
                <a:solidFill>
                  <a:srgbClr val="000000"/>
                </a:solidFill>
                <a:latin typeface="YaHei_Monaco-R"/>
              </a:rPr>
              <a:t>)</a:t>
            </a:r>
            <a:endParaRPr lang="zh-CN" altLang="en-US" dirty="0"/>
          </a:p>
        </p:txBody>
      </p:sp>
    </p:spTree>
    <p:extLst>
      <p:ext uri="{BB962C8B-B14F-4D97-AF65-F5344CB8AC3E}">
        <p14:creationId xmlns:p14="http://schemas.microsoft.com/office/powerpoint/2010/main" val="3578678583"/>
      </p:ext>
    </p:extLst>
  </p:cSld>
  <p:clrMapOvr>
    <a:masterClrMapping/>
  </p:clrMapOvr>
  <p:transition spd="slow"/>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标题 1"/>
          <p:cNvSpPr txBox="1">
            <a:spLocks/>
          </p:cNvSpPr>
          <p:nvPr/>
        </p:nvSpPr>
        <p:spPr>
          <a:xfrm>
            <a:off x="838200" y="148859"/>
            <a:ext cx="11353800" cy="714357"/>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lang="zh-CN" altLang="en-US" sz="4000" b="1" dirty="0" smtClean="0">
                <a:solidFill>
                  <a:srgbClr val="FFFFFF"/>
                </a:solidFill>
                <a:latin typeface="微软雅黑" panose="020B0503020204020204" pitchFamily="34" charset="-122"/>
                <a:ea typeface="微软雅黑" panose="020B0503020204020204" pitchFamily="34" charset="-122"/>
              </a:rPr>
              <a:t>获取空间参考和投影</a:t>
            </a:r>
            <a:endParaRPr kumimoji="0" lang="zh-CN" altLang="en-US" sz="4000" b="1" i="0" u="none" strike="noStrike" kern="120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j-cs"/>
            </a:endParaRPr>
          </a:p>
        </p:txBody>
      </p:sp>
      <p:sp>
        <p:nvSpPr>
          <p:cNvPr id="3" name="内容占位符 2"/>
          <p:cNvSpPr>
            <a:spLocks noGrp="1"/>
          </p:cNvSpPr>
          <p:nvPr>
            <p:ph idx="1"/>
          </p:nvPr>
        </p:nvSpPr>
        <p:spPr>
          <a:xfrm>
            <a:off x="473266" y="1134113"/>
            <a:ext cx="11490960" cy="4851083"/>
          </a:xfrm>
        </p:spPr>
        <p:txBody>
          <a:bodyPr>
            <a:noAutofit/>
          </a:bodyPr>
          <a:lstStyle/>
          <a:p>
            <a:pPr>
              <a:lnSpc>
                <a:spcPct val="110000"/>
              </a:lnSpc>
            </a:pPr>
            <a:r>
              <a:rPr lang="zh-CN" altLang="en-US" sz="2400" dirty="0" smtClean="0"/>
              <a:t>从</a:t>
            </a:r>
            <a:r>
              <a:rPr lang="zh-CN" altLang="en-US" sz="2400" dirty="0"/>
              <a:t>栅格数据集中获取其投影与空间参考信息。</a:t>
            </a:r>
          </a:p>
          <a:p>
            <a:pPr>
              <a:lnSpc>
                <a:spcPct val="110000"/>
              </a:lnSpc>
            </a:pPr>
            <a:r>
              <a:rPr lang="zh-CN" altLang="en-US" sz="2400" dirty="0" smtClean="0"/>
              <a:t>遥感</a:t>
            </a:r>
            <a:r>
              <a:rPr lang="zh-CN" altLang="en-US" sz="2400" dirty="0"/>
              <a:t>影像地理空间中进行</a:t>
            </a:r>
            <a:r>
              <a:rPr lang="zh-CN" altLang="en-US" sz="2400" dirty="0" smtClean="0"/>
              <a:t>定位，其中</a:t>
            </a:r>
            <a:r>
              <a:rPr lang="zh-CN" altLang="en-US" sz="2400" dirty="0"/>
              <a:t>一种是使用</a:t>
            </a:r>
            <a:r>
              <a:rPr lang="zh-CN" altLang="en-US" sz="2400" dirty="0" smtClean="0">
                <a:solidFill>
                  <a:srgbClr val="FF0000"/>
                </a:solidFill>
              </a:rPr>
              <a:t>六参数</a:t>
            </a:r>
            <a:r>
              <a:rPr lang="zh-CN" altLang="en-US" sz="2400" dirty="0">
                <a:solidFill>
                  <a:srgbClr val="FF0000"/>
                </a:solidFill>
              </a:rPr>
              <a:t>坐标</a:t>
            </a:r>
            <a:r>
              <a:rPr lang="zh-CN" altLang="en-US" sz="2400" dirty="0" smtClean="0">
                <a:solidFill>
                  <a:srgbClr val="FF0000"/>
                </a:solidFill>
              </a:rPr>
              <a:t>转换模型</a:t>
            </a:r>
            <a:r>
              <a:rPr lang="zh-CN" altLang="en-US" sz="2400" dirty="0"/>
              <a:t>。</a:t>
            </a:r>
          </a:p>
          <a:p>
            <a:pPr>
              <a:lnSpc>
                <a:spcPct val="110000"/>
              </a:lnSpc>
            </a:pPr>
            <a:r>
              <a:rPr lang="zh-CN" altLang="en-US" sz="2400" dirty="0" smtClean="0"/>
              <a:t>在</a:t>
            </a:r>
            <a:r>
              <a:rPr lang="en-US" altLang="zh-CN" sz="2400" dirty="0"/>
              <a:t>GDAL </a:t>
            </a:r>
            <a:r>
              <a:rPr lang="zh-CN" altLang="en-US" sz="2400" dirty="0"/>
              <a:t>中，这六个参数包括</a:t>
            </a:r>
            <a:r>
              <a:rPr lang="zh-CN" altLang="en-US" sz="2400" dirty="0">
                <a:solidFill>
                  <a:srgbClr val="FF0000"/>
                </a:solidFill>
              </a:rPr>
              <a:t>左上角坐标，像元</a:t>
            </a:r>
            <a:r>
              <a:rPr lang="en-US" altLang="zh-CN" sz="2400" dirty="0">
                <a:solidFill>
                  <a:srgbClr val="FF0000"/>
                </a:solidFill>
              </a:rPr>
              <a:t>X</a:t>
            </a:r>
            <a:r>
              <a:rPr lang="zh-CN" altLang="en-US" sz="2400" dirty="0">
                <a:solidFill>
                  <a:srgbClr val="FF0000"/>
                </a:solidFill>
              </a:rPr>
              <a:t>、</a:t>
            </a:r>
            <a:r>
              <a:rPr lang="en-US" altLang="zh-CN" sz="2400" dirty="0">
                <a:solidFill>
                  <a:srgbClr val="FF0000"/>
                </a:solidFill>
              </a:rPr>
              <a:t>Y </a:t>
            </a:r>
            <a:r>
              <a:rPr lang="zh-CN" altLang="en-US" sz="2400" dirty="0">
                <a:solidFill>
                  <a:srgbClr val="FF0000"/>
                </a:solidFill>
              </a:rPr>
              <a:t>方向大小</a:t>
            </a:r>
            <a:r>
              <a:rPr lang="zh-CN" altLang="en-US" sz="2400" dirty="0" smtClean="0">
                <a:solidFill>
                  <a:srgbClr val="FF0000"/>
                </a:solidFill>
              </a:rPr>
              <a:t>，旋转</a:t>
            </a:r>
            <a:r>
              <a:rPr lang="zh-CN" altLang="en-US" sz="2400" dirty="0"/>
              <a:t>等</a:t>
            </a:r>
            <a:r>
              <a:rPr lang="zh-CN" altLang="en-US" sz="2400" dirty="0" smtClean="0"/>
              <a:t>信息，</a:t>
            </a:r>
            <a:r>
              <a:rPr lang="en-US" altLang="zh-CN" sz="2400" dirty="0" smtClean="0">
                <a:hlinkClick r:id="rId3"/>
              </a:rPr>
              <a:t>https</a:t>
            </a:r>
            <a:r>
              <a:rPr lang="en-US" altLang="zh-CN" sz="2400" dirty="0">
                <a:hlinkClick r:id="rId3"/>
              </a:rPr>
              <a:t>://</a:t>
            </a:r>
            <a:r>
              <a:rPr lang="en-US" altLang="zh-CN" sz="2400" dirty="0" smtClean="0">
                <a:hlinkClick r:id="rId3"/>
              </a:rPr>
              <a:t>www.osgeo.cn/gdal/tutorials/geotransforms_tut.html</a:t>
            </a:r>
            <a:r>
              <a:rPr lang="en-US" altLang="zh-CN" sz="2400" dirty="0" smtClean="0"/>
              <a:t> </a:t>
            </a:r>
            <a:r>
              <a:rPr lang="zh-CN" altLang="en-US" sz="2400" dirty="0" smtClean="0"/>
              <a:t>。</a:t>
            </a:r>
            <a:endParaRPr lang="en-US" altLang="zh-CN" sz="2400" dirty="0"/>
          </a:p>
          <a:p>
            <a:pPr>
              <a:lnSpc>
                <a:spcPct val="110000"/>
              </a:lnSpc>
            </a:pPr>
            <a:r>
              <a:rPr lang="en-US" altLang="zh-CN" sz="2400" dirty="0" err="1"/>
              <a:t>GetGeoTransform</a:t>
            </a:r>
            <a:r>
              <a:rPr lang="en-US" altLang="zh-CN" sz="2400" dirty="0"/>
              <a:t>() </a:t>
            </a:r>
            <a:r>
              <a:rPr lang="zh-CN" altLang="en-US" sz="2400" dirty="0"/>
              <a:t>地理</a:t>
            </a:r>
            <a:r>
              <a:rPr lang="zh-CN" altLang="en-US" sz="2400" dirty="0" smtClean="0"/>
              <a:t>仿射变换参数，</a:t>
            </a:r>
            <a:r>
              <a:rPr lang="en-US" altLang="zh-CN" sz="2400" u="sng" dirty="0" err="1" smtClean="0"/>
              <a:t>GeoTransform</a:t>
            </a:r>
            <a:r>
              <a:rPr lang="en-US" altLang="zh-CN" sz="2400" u="sng" dirty="0" smtClean="0"/>
              <a:t>[0] ,</a:t>
            </a:r>
            <a:r>
              <a:rPr lang="en-US" altLang="zh-CN" sz="2400" u="sng" dirty="0" err="1"/>
              <a:t>GeoTransform</a:t>
            </a:r>
            <a:r>
              <a:rPr lang="en-US" altLang="zh-CN" sz="2400" u="sng" dirty="0"/>
              <a:t>[3] </a:t>
            </a:r>
            <a:r>
              <a:rPr lang="zh-CN" altLang="en-US" sz="2400" u="sng" dirty="0" smtClean="0"/>
              <a:t>左上角位置，</a:t>
            </a:r>
            <a:r>
              <a:rPr lang="en-US" altLang="zh-CN" sz="2400" u="sng" dirty="0" err="1"/>
              <a:t>GeoTransform</a:t>
            </a:r>
            <a:r>
              <a:rPr lang="en-US" altLang="zh-CN" sz="2400" u="sng" dirty="0"/>
              <a:t>[1</a:t>
            </a:r>
            <a:r>
              <a:rPr lang="en-US" altLang="zh-CN" sz="2400" u="sng" dirty="0" smtClean="0"/>
              <a:t>]</a:t>
            </a:r>
            <a:r>
              <a:rPr lang="zh-CN" altLang="en-US" sz="2400" u="sng" dirty="0" smtClean="0"/>
              <a:t>是</a:t>
            </a:r>
            <a:r>
              <a:rPr lang="zh-CN" altLang="en-US" sz="2400" u="sng" dirty="0"/>
              <a:t>像元</a:t>
            </a:r>
            <a:r>
              <a:rPr lang="zh-CN" altLang="en-US" sz="2400" u="sng" dirty="0" smtClean="0"/>
              <a:t>宽度，</a:t>
            </a:r>
            <a:r>
              <a:rPr lang="en-US" altLang="zh-CN" sz="2400" u="sng" dirty="0" err="1" smtClean="0"/>
              <a:t>GeoTransform</a:t>
            </a:r>
            <a:r>
              <a:rPr lang="en-US" altLang="zh-CN" sz="2400" u="sng" dirty="0" smtClean="0"/>
              <a:t>[5]</a:t>
            </a:r>
            <a:r>
              <a:rPr lang="zh-CN" altLang="en-US" sz="2400" u="sng" dirty="0" smtClean="0"/>
              <a:t>是</a:t>
            </a:r>
            <a:r>
              <a:rPr lang="zh-CN" altLang="en-US" sz="2400" u="sng" dirty="0"/>
              <a:t>像元高度。如果影像是指北的</a:t>
            </a:r>
            <a:r>
              <a:rPr lang="en-US" altLang="zh-CN" sz="2400" u="sng" dirty="0"/>
              <a:t>,</a:t>
            </a:r>
            <a:r>
              <a:rPr lang="en-US" altLang="zh-CN" sz="2400" u="sng" dirty="0" err="1"/>
              <a:t>GeoTransform</a:t>
            </a:r>
            <a:r>
              <a:rPr lang="en-US" altLang="zh-CN" sz="2400" u="sng" dirty="0"/>
              <a:t>[2] </a:t>
            </a:r>
            <a:r>
              <a:rPr lang="zh-CN" altLang="en-US" sz="2400" u="sng" dirty="0" smtClean="0"/>
              <a:t>和</a:t>
            </a:r>
            <a:r>
              <a:rPr lang="en-US" altLang="zh-CN" sz="2400" u="sng" dirty="0" err="1" smtClean="0"/>
              <a:t>GeoTransform</a:t>
            </a:r>
            <a:r>
              <a:rPr lang="en-US" altLang="zh-CN" sz="2400" u="sng" dirty="0" smtClean="0"/>
              <a:t>[4]</a:t>
            </a:r>
            <a:r>
              <a:rPr lang="zh-CN" altLang="en-US" sz="2400" u="sng" dirty="0" smtClean="0"/>
              <a:t>这</a:t>
            </a:r>
            <a:r>
              <a:rPr lang="zh-CN" altLang="en-US" sz="2400" u="sng" dirty="0"/>
              <a:t>两个参数的值为</a:t>
            </a:r>
            <a:r>
              <a:rPr lang="en-US" altLang="zh-CN" sz="2400" u="sng" dirty="0" smtClean="0"/>
              <a:t>0</a:t>
            </a:r>
            <a:r>
              <a:rPr lang="zh-CN" altLang="en-US" sz="2400" dirty="0" smtClean="0"/>
              <a:t>。注意打开不同类型的影响，其获取的原点坐标不同（有的是左上角，有的是中心）</a:t>
            </a:r>
            <a:endParaRPr lang="en-US" altLang="zh-CN" sz="2400" dirty="0" smtClean="0"/>
          </a:p>
          <a:p>
            <a:pPr marL="0" indent="0">
              <a:lnSpc>
                <a:spcPct val="110000"/>
              </a:lnSpc>
              <a:buNone/>
            </a:pPr>
            <a:endParaRPr lang="en-US" altLang="zh-CN" sz="2400" dirty="0"/>
          </a:p>
          <a:p>
            <a:pPr>
              <a:lnSpc>
                <a:spcPct val="110000"/>
              </a:lnSpc>
            </a:pPr>
            <a:endParaRPr lang="en-US" altLang="zh-CN" sz="2400" dirty="0" smtClean="0"/>
          </a:p>
          <a:p>
            <a:pPr>
              <a:lnSpc>
                <a:spcPct val="110000"/>
              </a:lnSpc>
            </a:pPr>
            <a:r>
              <a:rPr lang="zh-CN" altLang="en-US" sz="2400" dirty="0" smtClean="0"/>
              <a:t>使用</a:t>
            </a:r>
            <a:r>
              <a:rPr lang="en-US" altLang="zh-CN" sz="2400" dirty="0" err="1"/>
              <a:t>GetProjection</a:t>
            </a:r>
            <a:r>
              <a:rPr lang="en-US" altLang="zh-CN" sz="2400" dirty="0"/>
              <a:t>() </a:t>
            </a:r>
            <a:r>
              <a:rPr lang="zh-CN" altLang="en-US" sz="2400" dirty="0"/>
              <a:t>函数，可以比较容易地获取数据集的投影</a:t>
            </a:r>
            <a:r>
              <a:rPr lang="zh-CN" altLang="en-US" sz="2400" dirty="0" smtClean="0"/>
              <a:t>信息</a:t>
            </a:r>
            <a:r>
              <a:rPr lang="zh-CN" altLang="en-US" sz="2400" dirty="0"/>
              <a:t>。</a:t>
            </a:r>
          </a:p>
        </p:txBody>
      </p:sp>
      <p:sp>
        <p:nvSpPr>
          <p:cNvPr id="4" name="矩形 3"/>
          <p:cNvSpPr/>
          <p:nvPr/>
        </p:nvSpPr>
        <p:spPr>
          <a:xfrm>
            <a:off x="733691" y="4993316"/>
            <a:ext cx="11255188" cy="646331"/>
          </a:xfrm>
          <a:prstGeom prst="rect">
            <a:avLst/>
          </a:prstGeom>
          <a:solidFill>
            <a:schemeClr val="bg1">
              <a:lumMod val="85000"/>
            </a:schemeClr>
          </a:solidFill>
        </p:spPr>
        <p:txBody>
          <a:bodyPr wrap="square">
            <a:spAutoFit/>
          </a:bodyPr>
          <a:lstStyle/>
          <a:p>
            <a:r>
              <a:rPr lang="en-US" altLang="zh-CN" sz="1600" dirty="0">
                <a:solidFill>
                  <a:srgbClr val="8080FF"/>
                </a:solidFill>
                <a:latin typeface="LMSans8-Regular-Identity-H"/>
              </a:rPr>
              <a:t>1 </a:t>
            </a:r>
            <a:r>
              <a:rPr lang="en-US" altLang="zh-CN" dirty="0">
                <a:solidFill>
                  <a:srgbClr val="666666"/>
                </a:solidFill>
                <a:latin typeface="YaHei_Monaco-R"/>
              </a:rPr>
              <a:t>&gt;&gt;&gt; </a:t>
            </a:r>
            <a:r>
              <a:rPr lang="en-US" altLang="zh-CN" dirty="0" err="1" smtClean="0">
                <a:solidFill>
                  <a:srgbClr val="000000"/>
                </a:solidFill>
                <a:latin typeface="YaHei_Monaco-R"/>
              </a:rPr>
              <a:t>dataset</a:t>
            </a:r>
            <a:r>
              <a:rPr lang="en-US" altLang="zh-CN" dirty="0" err="1" smtClean="0">
                <a:solidFill>
                  <a:srgbClr val="666666"/>
                </a:solidFill>
                <a:latin typeface="YaHei_Monaco-R"/>
              </a:rPr>
              <a:t>.</a:t>
            </a:r>
            <a:r>
              <a:rPr lang="en-US" altLang="zh-CN" dirty="0" err="1" smtClean="0">
                <a:solidFill>
                  <a:srgbClr val="000000"/>
                </a:solidFill>
                <a:latin typeface="YaHei_Monaco-R"/>
              </a:rPr>
              <a:t>GetGeoTransform</a:t>
            </a:r>
            <a:r>
              <a:rPr lang="en-US" altLang="zh-CN" dirty="0">
                <a:solidFill>
                  <a:srgbClr val="000000"/>
                </a:solidFill>
                <a:latin typeface="YaHei_Monaco-R"/>
              </a:rPr>
              <a:t>()</a:t>
            </a:r>
          </a:p>
          <a:p>
            <a:r>
              <a:rPr lang="en-US" altLang="zh-CN" sz="1600" dirty="0">
                <a:solidFill>
                  <a:srgbClr val="8080FF"/>
                </a:solidFill>
                <a:latin typeface="LMSans8-Regular-Identity-H"/>
              </a:rPr>
              <a:t>2 </a:t>
            </a:r>
            <a:r>
              <a:rPr lang="en-US" altLang="zh-CN" dirty="0">
                <a:solidFill>
                  <a:srgbClr val="000000"/>
                </a:solidFill>
                <a:latin typeface="YaHei_Monaco-R"/>
              </a:rPr>
              <a:t>(</a:t>
            </a:r>
            <a:r>
              <a:rPr lang="en-US" altLang="zh-CN" dirty="0">
                <a:solidFill>
                  <a:srgbClr val="666666"/>
                </a:solidFill>
                <a:latin typeface="YaHei_Monaco-R"/>
              </a:rPr>
              <a:t>1852951.7603168152</a:t>
            </a:r>
            <a:r>
              <a:rPr lang="en-US" altLang="zh-CN" dirty="0">
                <a:solidFill>
                  <a:srgbClr val="000000"/>
                </a:solidFill>
                <a:latin typeface="YaHei_Monaco-R"/>
              </a:rPr>
              <a:t>, </a:t>
            </a:r>
            <a:r>
              <a:rPr lang="en-US" altLang="zh-CN" dirty="0">
                <a:solidFill>
                  <a:srgbClr val="666666"/>
                </a:solidFill>
                <a:latin typeface="YaHei_Monaco-R"/>
              </a:rPr>
              <a:t>30.0</a:t>
            </a:r>
            <a:r>
              <a:rPr lang="en-US" altLang="zh-CN" dirty="0">
                <a:solidFill>
                  <a:srgbClr val="000000"/>
                </a:solidFill>
                <a:latin typeface="YaHei_Monaco-R"/>
              </a:rPr>
              <a:t>, </a:t>
            </a:r>
            <a:r>
              <a:rPr lang="en-US" altLang="zh-CN" dirty="0">
                <a:solidFill>
                  <a:srgbClr val="666666"/>
                </a:solidFill>
                <a:latin typeface="YaHei_Monaco-R"/>
              </a:rPr>
              <a:t>0.0</a:t>
            </a:r>
            <a:r>
              <a:rPr lang="en-US" altLang="zh-CN" dirty="0">
                <a:solidFill>
                  <a:srgbClr val="000000"/>
                </a:solidFill>
                <a:latin typeface="YaHei_Monaco-R"/>
              </a:rPr>
              <a:t>, </a:t>
            </a:r>
            <a:r>
              <a:rPr lang="en-US" altLang="zh-CN" dirty="0">
                <a:solidFill>
                  <a:srgbClr val="666666"/>
                </a:solidFill>
                <a:latin typeface="YaHei_Monaco-R"/>
              </a:rPr>
              <a:t>5309350.360150607</a:t>
            </a:r>
            <a:r>
              <a:rPr lang="en-US" altLang="zh-CN" dirty="0">
                <a:solidFill>
                  <a:srgbClr val="000000"/>
                </a:solidFill>
                <a:latin typeface="YaHei_Monaco-R"/>
              </a:rPr>
              <a:t>, </a:t>
            </a:r>
            <a:r>
              <a:rPr lang="en-US" altLang="zh-CN" dirty="0">
                <a:solidFill>
                  <a:srgbClr val="666666"/>
                </a:solidFill>
                <a:latin typeface="YaHei_Monaco-R"/>
              </a:rPr>
              <a:t>0.0</a:t>
            </a:r>
            <a:r>
              <a:rPr lang="en-US" altLang="zh-CN" dirty="0">
                <a:solidFill>
                  <a:srgbClr val="000000"/>
                </a:solidFill>
                <a:latin typeface="YaHei_Monaco-R"/>
              </a:rPr>
              <a:t>, </a:t>
            </a:r>
            <a:r>
              <a:rPr lang="en-US" altLang="zh-CN" dirty="0">
                <a:solidFill>
                  <a:srgbClr val="666666"/>
                </a:solidFill>
                <a:latin typeface="YaHei_Monaco-R"/>
              </a:rPr>
              <a:t>-30.0</a:t>
            </a:r>
            <a:r>
              <a:rPr lang="en-US" altLang="zh-CN" dirty="0" smtClean="0">
                <a:solidFill>
                  <a:srgbClr val="000000"/>
                </a:solidFill>
                <a:latin typeface="YaHei_Monaco-R"/>
              </a:rPr>
              <a:t>)  #</a:t>
            </a:r>
            <a:r>
              <a:rPr lang="zh-CN" altLang="en-US" dirty="0" smtClean="0">
                <a:solidFill>
                  <a:srgbClr val="000000"/>
                </a:solidFill>
                <a:latin typeface="YaHei_Monaco-R"/>
              </a:rPr>
              <a:t>高度对于上北下南图像一般为负值</a:t>
            </a:r>
            <a:endParaRPr lang="en-US" altLang="zh-CN" dirty="0">
              <a:solidFill>
                <a:srgbClr val="000000"/>
              </a:solidFill>
              <a:latin typeface="YaHei_Monaco-R"/>
            </a:endParaRPr>
          </a:p>
        </p:txBody>
      </p:sp>
      <p:sp>
        <p:nvSpPr>
          <p:cNvPr id="5" name="矩形 4"/>
          <p:cNvSpPr/>
          <p:nvPr/>
        </p:nvSpPr>
        <p:spPr>
          <a:xfrm>
            <a:off x="733691" y="6415502"/>
            <a:ext cx="8827008" cy="369332"/>
          </a:xfrm>
          <a:prstGeom prst="rect">
            <a:avLst/>
          </a:prstGeom>
          <a:solidFill>
            <a:schemeClr val="bg1">
              <a:lumMod val="85000"/>
            </a:schemeClr>
          </a:solidFill>
        </p:spPr>
        <p:txBody>
          <a:bodyPr wrap="square">
            <a:spAutoFit/>
          </a:bodyPr>
          <a:lstStyle/>
          <a:p>
            <a:r>
              <a:rPr lang="en-US" altLang="zh-CN" sz="1600" dirty="0">
                <a:solidFill>
                  <a:srgbClr val="8080FF"/>
                </a:solidFill>
                <a:latin typeface="LMSans8-Regular-Identity-H"/>
              </a:rPr>
              <a:t>1 </a:t>
            </a:r>
            <a:r>
              <a:rPr lang="en-US" altLang="zh-CN" dirty="0">
                <a:solidFill>
                  <a:srgbClr val="666666"/>
                </a:solidFill>
                <a:latin typeface="YaHei_Monaco-R"/>
              </a:rPr>
              <a:t>&gt;&gt;&gt; </a:t>
            </a:r>
            <a:r>
              <a:rPr lang="en-US" altLang="zh-CN" dirty="0" err="1" smtClean="0">
                <a:solidFill>
                  <a:srgbClr val="000000"/>
                </a:solidFill>
                <a:latin typeface="YaHei_Monaco-R"/>
              </a:rPr>
              <a:t>dataset</a:t>
            </a:r>
            <a:r>
              <a:rPr lang="en-US" altLang="zh-CN" dirty="0" err="1" smtClean="0">
                <a:solidFill>
                  <a:srgbClr val="666666"/>
                </a:solidFill>
                <a:latin typeface="YaHei_Monaco-R"/>
              </a:rPr>
              <a:t>.</a:t>
            </a:r>
            <a:r>
              <a:rPr lang="en-US" altLang="zh-CN" dirty="0" err="1" smtClean="0">
                <a:solidFill>
                  <a:srgbClr val="000000"/>
                </a:solidFill>
                <a:latin typeface="YaHei_Monaco-R"/>
              </a:rPr>
              <a:t>GetProjection</a:t>
            </a:r>
            <a:r>
              <a:rPr lang="en-US" altLang="zh-CN" dirty="0" smtClean="0">
                <a:solidFill>
                  <a:srgbClr val="000000"/>
                </a:solidFill>
                <a:latin typeface="YaHei_Monaco-R"/>
              </a:rPr>
              <a:t>()</a:t>
            </a:r>
            <a:endParaRPr lang="en-US" altLang="zh-CN" dirty="0">
              <a:solidFill>
                <a:srgbClr val="000000"/>
              </a:solidFill>
              <a:latin typeface="YaHei_Monaco-R"/>
            </a:endParaRPr>
          </a:p>
        </p:txBody>
      </p:sp>
    </p:spTree>
    <p:extLst>
      <p:ext uri="{BB962C8B-B14F-4D97-AF65-F5344CB8AC3E}">
        <p14:creationId xmlns:p14="http://schemas.microsoft.com/office/powerpoint/2010/main" val="674754439"/>
      </p:ext>
    </p:extLst>
  </p:cSld>
  <p:clrMapOvr>
    <a:masterClrMapping/>
  </p:clrMapOvr>
  <p:transition spd="slow"/>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标题 1"/>
          <p:cNvSpPr txBox="1">
            <a:spLocks/>
          </p:cNvSpPr>
          <p:nvPr/>
        </p:nvSpPr>
        <p:spPr>
          <a:xfrm>
            <a:off x="838200" y="148859"/>
            <a:ext cx="11353800" cy="714357"/>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lang="zh-CN" altLang="en-US" sz="4000" b="1" dirty="0" smtClean="0">
                <a:solidFill>
                  <a:srgbClr val="FFFFFF"/>
                </a:solidFill>
                <a:latin typeface="微软雅黑" panose="020B0503020204020204" pitchFamily="34" charset="-122"/>
                <a:ea typeface="微软雅黑" panose="020B0503020204020204" pitchFamily="34" charset="-122"/>
              </a:rPr>
              <a:t>计算像素偏移</a:t>
            </a:r>
            <a:endParaRPr kumimoji="0" lang="zh-CN" altLang="en-US" sz="4000" b="1" i="0" u="none" strike="noStrike" kern="120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j-cs"/>
            </a:endParaRPr>
          </a:p>
        </p:txBody>
      </p:sp>
      <p:sp>
        <p:nvSpPr>
          <p:cNvPr id="5" name="内容占位符 2"/>
          <p:cNvSpPr>
            <a:spLocks noGrp="1"/>
          </p:cNvSpPr>
          <p:nvPr>
            <p:ph idx="1"/>
          </p:nvPr>
        </p:nvSpPr>
        <p:spPr>
          <a:xfrm>
            <a:off x="1341119" y="1266489"/>
            <a:ext cx="9231631" cy="2105362"/>
          </a:xfrm>
        </p:spPr>
        <p:txBody>
          <a:bodyPr>
            <a:normAutofit/>
          </a:bodyPr>
          <a:lstStyle/>
          <a:p>
            <a:pPr>
              <a:lnSpc>
                <a:spcPct val="100000"/>
              </a:lnSpc>
            </a:pPr>
            <a:r>
              <a:rPr lang="zh-CN" altLang="en-US" sz="2400" dirty="0" smtClean="0"/>
              <a:t>对于实际空间中的点坐标（</a:t>
            </a:r>
            <a:r>
              <a:rPr lang="en-US" altLang="zh-CN" sz="2400" dirty="0" smtClean="0"/>
              <a:t>x, y</a:t>
            </a:r>
            <a:r>
              <a:rPr lang="zh-CN" altLang="en-US" sz="2400" dirty="0" smtClean="0"/>
              <a:t>），如果计算其在图像上的点，则相当于计算其像素偏移</a:t>
            </a:r>
            <a:r>
              <a:rPr lang="en-US" altLang="zh-CN" sz="2400" dirty="0" err="1" smtClean="0"/>
              <a:t>xOffset</a:t>
            </a:r>
            <a:r>
              <a:rPr lang="en-US" altLang="zh-CN" sz="2400" dirty="0" smtClean="0"/>
              <a:t>, </a:t>
            </a:r>
            <a:r>
              <a:rPr lang="en-US" altLang="zh-CN" sz="2400" dirty="0" err="1" smtClean="0"/>
              <a:t>yOffset</a:t>
            </a:r>
            <a:r>
              <a:rPr lang="zh-CN" altLang="en-US" sz="2400" dirty="0" smtClean="0"/>
              <a:t>。</a:t>
            </a:r>
            <a:endParaRPr lang="en-US" altLang="zh-CN" sz="2400" dirty="0" smtClean="0"/>
          </a:p>
          <a:p>
            <a:pPr>
              <a:lnSpc>
                <a:spcPct val="100000"/>
              </a:lnSpc>
            </a:pPr>
            <a:r>
              <a:rPr lang="zh-CN" altLang="en-US" sz="2400" dirty="0" smtClean="0"/>
              <a:t>一般来说，</a:t>
            </a:r>
            <a:r>
              <a:rPr lang="en-US" altLang="zh-CN" sz="2400" dirty="0" err="1" smtClean="0"/>
              <a:t>originX</a:t>
            </a:r>
            <a:r>
              <a:rPr lang="en-US" altLang="zh-CN" sz="2400" dirty="0" smtClean="0"/>
              <a:t>=</a:t>
            </a:r>
            <a:r>
              <a:rPr lang="en-US" altLang="zh-CN" sz="2400" dirty="0" err="1" smtClean="0"/>
              <a:t>GeoTransform</a:t>
            </a:r>
            <a:r>
              <a:rPr lang="en-US" altLang="zh-CN" sz="2400" dirty="0" smtClean="0"/>
              <a:t>[0</a:t>
            </a:r>
            <a:r>
              <a:rPr lang="en-US" altLang="zh-CN" sz="2400" dirty="0"/>
              <a:t>] </a:t>
            </a:r>
            <a:r>
              <a:rPr lang="en-US" altLang="zh-CN" sz="2400" dirty="0" smtClean="0"/>
              <a:t>,origin=</a:t>
            </a:r>
            <a:r>
              <a:rPr lang="en-US" altLang="zh-CN" sz="2400" dirty="0" err="1" smtClean="0"/>
              <a:t>GeoTransform</a:t>
            </a:r>
            <a:r>
              <a:rPr lang="en-US" altLang="zh-CN" sz="2400" dirty="0" smtClean="0"/>
              <a:t>[3</a:t>
            </a:r>
            <a:r>
              <a:rPr lang="en-US" altLang="zh-CN" sz="2400" dirty="0"/>
              <a:t>] </a:t>
            </a:r>
            <a:r>
              <a:rPr lang="zh-CN" altLang="en-US" sz="2400" dirty="0" smtClean="0"/>
              <a:t>，</a:t>
            </a:r>
            <a:r>
              <a:rPr lang="en-US" altLang="zh-CN" sz="2400" dirty="0" err="1" smtClean="0"/>
              <a:t>pixelWidth</a:t>
            </a:r>
            <a:r>
              <a:rPr lang="en-US" altLang="zh-CN" sz="2400" dirty="0" smtClean="0"/>
              <a:t>=</a:t>
            </a:r>
            <a:r>
              <a:rPr lang="en-US" altLang="zh-CN" sz="2400" dirty="0" err="1" smtClean="0"/>
              <a:t>GeoTransform</a:t>
            </a:r>
            <a:r>
              <a:rPr lang="en-US" altLang="zh-CN" sz="2400" dirty="0" smtClean="0"/>
              <a:t>[1]</a:t>
            </a:r>
            <a:r>
              <a:rPr lang="zh-CN" altLang="en-US" sz="2400" dirty="0" smtClean="0"/>
              <a:t> ，</a:t>
            </a:r>
            <a:r>
              <a:rPr lang="en-US" altLang="zh-CN" sz="2400" dirty="0" err="1" smtClean="0"/>
              <a:t>pixelHeight</a:t>
            </a:r>
            <a:r>
              <a:rPr lang="en-US" altLang="zh-CN" sz="2400" dirty="0" smtClean="0"/>
              <a:t>=</a:t>
            </a:r>
            <a:r>
              <a:rPr lang="en-US" altLang="zh-CN" sz="2400" dirty="0" err="1" smtClean="0"/>
              <a:t>GeoTransform</a:t>
            </a:r>
            <a:r>
              <a:rPr lang="en-US" altLang="zh-CN" sz="2400" dirty="0" smtClean="0"/>
              <a:t>[5].</a:t>
            </a:r>
            <a:endParaRPr lang="en-US" altLang="zh-CN" sz="2400" dirty="0"/>
          </a:p>
        </p:txBody>
      </p:sp>
      <p:pic>
        <p:nvPicPr>
          <p:cNvPr id="2" name="图片 1"/>
          <p:cNvPicPr>
            <a:picLocks noChangeAspect="1"/>
          </p:cNvPicPr>
          <p:nvPr/>
        </p:nvPicPr>
        <p:blipFill>
          <a:blip r:embed="rId3"/>
          <a:stretch>
            <a:fillRect/>
          </a:stretch>
        </p:blipFill>
        <p:spPr>
          <a:xfrm>
            <a:off x="1590971" y="3287876"/>
            <a:ext cx="8165349" cy="3322511"/>
          </a:xfrm>
          <a:prstGeom prst="rect">
            <a:avLst/>
          </a:prstGeom>
        </p:spPr>
      </p:pic>
    </p:spTree>
    <p:extLst>
      <p:ext uri="{BB962C8B-B14F-4D97-AF65-F5344CB8AC3E}">
        <p14:creationId xmlns:p14="http://schemas.microsoft.com/office/powerpoint/2010/main" val="3124189112"/>
      </p:ext>
    </p:extLst>
  </p:cSld>
  <p:clrMapOvr>
    <a:masterClrMapping/>
  </p:clrMapOvr>
  <p:transition spd="slow"/>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标题 1"/>
          <p:cNvSpPr txBox="1">
            <a:spLocks/>
          </p:cNvSpPr>
          <p:nvPr/>
        </p:nvSpPr>
        <p:spPr>
          <a:xfrm>
            <a:off x="838200" y="148859"/>
            <a:ext cx="11353800" cy="714357"/>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lang="zh-CN" altLang="en-US" sz="4000" b="1" dirty="0" smtClean="0">
                <a:solidFill>
                  <a:srgbClr val="FFFFFF"/>
                </a:solidFill>
                <a:latin typeface="微软雅黑" panose="020B0503020204020204" pitchFamily="34" charset="-122"/>
                <a:ea typeface="微软雅黑" panose="020B0503020204020204" pitchFamily="34" charset="-122"/>
              </a:rPr>
              <a:t>获取波段和波段信息查看</a:t>
            </a:r>
            <a:endParaRPr kumimoji="0" lang="zh-CN" altLang="en-US" sz="4000" b="1" i="0" u="none" strike="noStrike" kern="120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j-cs"/>
            </a:endParaRPr>
          </a:p>
        </p:txBody>
      </p:sp>
      <p:sp>
        <p:nvSpPr>
          <p:cNvPr id="3" name="内容占位符 2"/>
          <p:cNvSpPr>
            <a:spLocks noGrp="1"/>
          </p:cNvSpPr>
          <p:nvPr>
            <p:ph idx="1"/>
          </p:nvPr>
        </p:nvSpPr>
        <p:spPr>
          <a:xfrm>
            <a:off x="838200" y="1136177"/>
            <a:ext cx="10469880" cy="4851083"/>
          </a:xfrm>
        </p:spPr>
        <p:txBody>
          <a:bodyPr>
            <a:normAutofit/>
          </a:bodyPr>
          <a:lstStyle/>
          <a:p>
            <a:pPr>
              <a:lnSpc>
                <a:spcPct val="100000"/>
              </a:lnSpc>
            </a:pPr>
            <a:r>
              <a:rPr lang="en-US" altLang="zh-CN" dirty="0" err="1"/>
              <a:t>GetRasterBand</a:t>
            </a:r>
            <a:r>
              <a:rPr lang="en-US" altLang="zh-CN" dirty="0"/>
              <a:t>() </a:t>
            </a:r>
            <a:r>
              <a:rPr lang="zh-CN" altLang="en-US" dirty="0"/>
              <a:t>函数，可以获得栅格数据集的波段。</a:t>
            </a:r>
          </a:p>
          <a:p>
            <a:pPr>
              <a:lnSpc>
                <a:spcPct val="100000"/>
              </a:lnSpc>
            </a:pPr>
            <a:r>
              <a:rPr lang="zh-CN" altLang="en-US" dirty="0"/>
              <a:t>函数的参数使用波段的索引</a:t>
            </a:r>
            <a:r>
              <a:rPr lang="zh-CN" altLang="en-US" dirty="0" smtClean="0"/>
              <a:t>值，通常是</a:t>
            </a:r>
            <a:r>
              <a:rPr lang="en-US" altLang="zh-CN" dirty="0" smtClean="0"/>
              <a:t>1</a:t>
            </a:r>
            <a:r>
              <a:rPr lang="zh-CN" altLang="en-US" dirty="0" smtClean="0"/>
              <a:t>开始，来获取特定波段。</a:t>
            </a:r>
            <a:endParaRPr lang="en-US" altLang="zh-CN" dirty="0" smtClean="0"/>
          </a:p>
          <a:p>
            <a:pPr>
              <a:lnSpc>
                <a:spcPct val="100000"/>
              </a:lnSpc>
            </a:pPr>
            <a:endParaRPr lang="en-US" altLang="zh-CN" dirty="0" smtClean="0"/>
          </a:p>
          <a:p>
            <a:pPr>
              <a:lnSpc>
                <a:spcPct val="100000"/>
              </a:lnSpc>
            </a:pPr>
            <a:endParaRPr lang="en-US" altLang="zh-CN" dirty="0" smtClean="0"/>
          </a:p>
          <a:p>
            <a:pPr>
              <a:lnSpc>
                <a:spcPct val="100000"/>
              </a:lnSpc>
            </a:pPr>
            <a:endParaRPr lang="en-US" altLang="zh-CN" dirty="0" smtClean="0"/>
          </a:p>
          <a:p>
            <a:r>
              <a:rPr lang="zh-CN" altLang="en-US" dirty="0"/>
              <a:t>这里我们获取了第一个</a:t>
            </a:r>
            <a:r>
              <a:rPr lang="zh-CN" altLang="en-US" dirty="0" smtClean="0"/>
              <a:t>波段。</a:t>
            </a:r>
            <a:r>
              <a:rPr lang="zh-CN" altLang="en-US" dirty="0"/>
              <a:t>注意！</a:t>
            </a:r>
            <a:r>
              <a:rPr lang="zh-CN" altLang="en-US" dirty="0">
                <a:solidFill>
                  <a:srgbClr val="FF0000"/>
                </a:solidFill>
              </a:rPr>
              <a:t>这里的波段</a:t>
            </a:r>
            <a:r>
              <a:rPr lang="zh-CN" altLang="en-US" dirty="0" smtClean="0">
                <a:solidFill>
                  <a:srgbClr val="FF0000"/>
                </a:solidFill>
              </a:rPr>
              <a:t>获取和</a:t>
            </a:r>
            <a:r>
              <a:rPr lang="zh-CN" altLang="en-US" dirty="0">
                <a:solidFill>
                  <a:srgbClr val="FF0000"/>
                </a:solidFill>
              </a:rPr>
              <a:t>通常的</a:t>
            </a:r>
            <a:r>
              <a:rPr lang="en-US" altLang="zh-CN" dirty="0">
                <a:solidFill>
                  <a:srgbClr val="FF0000"/>
                </a:solidFill>
              </a:rPr>
              <a:t>C </a:t>
            </a:r>
            <a:r>
              <a:rPr lang="zh-CN" altLang="en-US" dirty="0">
                <a:solidFill>
                  <a:srgbClr val="FF0000"/>
                </a:solidFill>
              </a:rPr>
              <a:t>数组获取不一样，开始是</a:t>
            </a:r>
            <a:r>
              <a:rPr lang="en-US" altLang="zh-CN" dirty="0">
                <a:solidFill>
                  <a:srgbClr val="FF0000"/>
                </a:solidFill>
              </a:rPr>
              <a:t>1 </a:t>
            </a:r>
            <a:r>
              <a:rPr lang="zh-CN" altLang="en-US" dirty="0">
                <a:solidFill>
                  <a:srgbClr val="FF0000"/>
                </a:solidFill>
              </a:rPr>
              <a:t>不是</a:t>
            </a:r>
            <a:r>
              <a:rPr lang="en-US" altLang="zh-CN" dirty="0">
                <a:solidFill>
                  <a:srgbClr val="FF0000"/>
                </a:solidFill>
              </a:rPr>
              <a:t>0</a:t>
            </a:r>
            <a:r>
              <a:rPr lang="zh-CN" altLang="en-US" dirty="0"/>
              <a:t>。</a:t>
            </a:r>
          </a:p>
          <a:p>
            <a:r>
              <a:rPr lang="zh-CN" altLang="en-US" dirty="0"/>
              <a:t>与操作数据集一样，</a:t>
            </a:r>
            <a:r>
              <a:rPr lang="en-US" altLang="zh-CN" dirty="0"/>
              <a:t>GDAL </a:t>
            </a:r>
            <a:r>
              <a:rPr lang="zh-CN" altLang="en-US" dirty="0"/>
              <a:t>同样提供了查看波段基本信息的函数。</a:t>
            </a:r>
            <a:endParaRPr lang="en-US" altLang="zh-CN" dirty="0"/>
          </a:p>
        </p:txBody>
      </p:sp>
      <p:sp>
        <p:nvSpPr>
          <p:cNvPr id="2" name="矩形 1"/>
          <p:cNvSpPr/>
          <p:nvPr/>
        </p:nvSpPr>
        <p:spPr>
          <a:xfrm>
            <a:off x="1210056" y="2361389"/>
            <a:ext cx="6096000" cy="1477328"/>
          </a:xfrm>
          <a:prstGeom prst="rect">
            <a:avLst/>
          </a:prstGeom>
          <a:solidFill>
            <a:schemeClr val="bg1">
              <a:lumMod val="85000"/>
            </a:schemeClr>
          </a:solidFill>
        </p:spPr>
        <p:txBody>
          <a:bodyPr>
            <a:spAutoFit/>
          </a:bodyPr>
          <a:lstStyle/>
          <a:p>
            <a:r>
              <a:rPr lang="en-US" altLang="zh-CN" sz="1600" dirty="0">
                <a:solidFill>
                  <a:srgbClr val="8080FF"/>
                </a:solidFill>
                <a:latin typeface="LMSans8-Regular-Identity-H"/>
              </a:rPr>
              <a:t>1 </a:t>
            </a:r>
            <a:r>
              <a:rPr lang="en-US" altLang="zh-CN" dirty="0">
                <a:solidFill>
                  <a:srgbClr val="666666"/>
                </a:solidFill>
                <a:latin typeface="YaHei_Monaco-R"/>
              </a:rPr>
              <a:t>&gt;&gt;&gt; </a:t>
            </a:r>
            <a:r>
              <a:rPr lang="en-US" altLang="zh-CN" dirty="0">
                <a:solidFill>
                  <a:srgbClr val="008000"/>
                </a:solidFill>
                <a:latin typeface="YaHei_Monaco-R"/>
              </a:rPr>
              <a:t>from </a:t>
            </a:r>
            <a:r>
              <a:rPr lang="en-US" altLang="zh-CN" dirty="0" err="1">
                <a:solidFill>
                  <a:srgbClr val="0000FF"/>
                </a:solidFill>
                <a:latin typeface="YaHei_Monaco-R"/>
              </a:rPr>
              <a:t>osgeo</a:t>
            </a:r>
            <a:r>
              <a:rPr lang="en-US" altLang="zh-CN" dirty="0">
                <a:solidFill>
                  <a:srgbClr val="0000FF"/>
                </a:solidFill>
                <a:latin typeface="YaHei_Monaco-R"/>
              </a:rPr>
              <a:t> </a:t>
            </a:r>
            <a:r>
              <a:rPr lang="en-US" altLang="zh-CN" dirty="0">
                <a:solidFill>
                  <a:srgbClr val="008000"/>
                </a:solidFill>
                <a:latin typeface="YaHei_Monaco-R"/>
              </a:rPr>
              <a:t>import </a:t>
            </a:r>
            <a:r>
              <a:rPr lang="en-US" altLang="zh-CN" dirty="0" err="1">
                <a:solidFill>
                  <a:srgbClr val="000000"/>
                </a:solidFill>
                <a:latin typeface="YaHei_Monaco-R"/>
              </a:rPr>
              <a:t>gdal</a:t>
            </a:r>
            <a:endParaRPr lang="en-US" altLang="zh-CN" dirty="0">
              <a:solidFill>
                <a:srgbClr val="000000"/>
              </a:solidFill>
              <a:latin typeface="YaHei_Monaco-R"/>
            </a:endParaRPr>
          </a:p>
          <a:p>
            <a:r>
              <a:rPr lang="en-US" altLang="zh-CN" sz="1600" dirty="0">
                <a:solidFill>
                  <a:srgbClr val="8080FF"/>
                </a:solidFill>
                <a:latin typeface="LMSans8-Regular-Identity-H"/>
              </a:rPr>
              <a:t>2 </a:t>
            </a:r>
            <a:r>
              <a:rPr lang="en-US" altLang="zh-CN" dirty="0">
                <a:solidFill>
                  <a:srgbClr val="666666"/>
                </a:solidFill>
                <a:latin typeface="YaHei_Monaco-R"/>
              </a:rPr>
              <a:t>&gt;&gt;&gt; </a:t>
            </a:r>
            <a:r>
              <a:rPr lang="en-US" altLang="zh-CN" dirty="0">
                <a:solidFill>
                  <a:srgbClr val="000000"/>
                </a:solidFill>
                <a:latin typeface="YaHei_Monaco-R"/>
              </a:rPr>
              <a:t>dataset </a:t>
            </a:r>
            <a:r>
              <a:rPr lang="en-US" altLang="zh-CN" dirty="0">
                <a:solidFill>
                  <a:srgbClr val="666666"/>
                </a:solidFill>
                <a:latin typeface="YaHei_Monaco-R"/>
              </a:rPr>
              <a:t>= </a:t>
            </a:r>
            <a:r>
              <a:rPr lang="en-US" altLang="zh-CN" dirty="0" err="1">
                <a:solidFill>
                  <a:srgbClr val="000000"/>
                </a:solidFill>
                <a:latin typeface="YaHei_Monaco-R"/>
              </a:rPr>
              <a:t>gdal</a:t>
            </a:r>
            <a:r>
              <a:rPr lang="en-US" altLang="zh-CN" dirty="0" err="1">
                <a:solidFill>
                  <a:srgbClr val="666666"/>
                </a:solidFill>
                <a:latin typeface="YaHei_Monaco-R"/>
              </a:rPr>
              <a:t>.</a:t>
            </a:r>
            <a:r>
              <a:rPr lang="en-US" altLang="zh-CN" dirty="0" err="1">
                <a:solidFill>
                  <a:srgbClr val="000000"/>
                </a:solidFill>
                <a:latin typeface="YaHei_Monaco-R"/>
              </a:rPr>
              <a:t>Open</a:t>
            </a:r>
            <a:r>
              <a:rPr lang="en-US" altLang="zh-CN" dirty="0" smtClean="0">
                <a:solidFill>
                  <a:srgbClr val="000000"/>
                </a:solidFill>
                <a:latin typeface="YaHei_Monaco-R"/>
              </a:rPr>
              <a:t>(</a:t>
            </a:r>
            <a:r>
              <a:rPr lang="en-US" altLang="zh-CN" dirty="0" smtClean="0">
                <a:solidFill>
                  <a:srgbClr val="BB2121"/>
                </a:solidFill>
                <a:latin typeface="YaHei_Monaco-R"/>
              </a:rPr>
              <a:t>'lu75c.tif</a:t>
            </a:r>
            <a:r>
              <a:rPr lang="en-US" altLang="zh-CN" dirty="0">
                <a:solidFill>
                  <a:srgbClr val="BB2121"/>
                </a:solidFill>
                <a:latin typeface="YaHei_Monaco-R"/>
              </a:rPr>
              <a:t>'</a:t>
            </a:r>
            <a:r>
              <a:rPr lang="en-US" altLang="zh-CN" dirty="0">
                <a:solidFill>
                  <a:srgbClr val="000000"/>
                </a:solidFill>
                <a:latin typeface="YaHei_Monaco-R"/>
              </a:rPr>
              <a:t>)</a:t>
            </a:r>
          </a:p>
          <a:p>
            <a:r>
              <a:rPr lang="en-US" altLang="zh-CN" sz="1600" dirty="0">
                <a:solidFill>
                  <a:srgbClr val="8080FF"/>
                </a:solidFill>
                <a:latin typeface="LMSans8-Regular-Identity-H"/>
              </a:rPr>
              <a:t>3 </a:t>
            </a:r>
            <a:r>
              <a:rPr lang="en-US" altLang="zh-CN" dirty="0">
                <a:solidFill>
                  <a:srgbClr val="666666"/>
                </a:solidFill>
                <a:latin typeface="YaHei_Monaco-R"/>
              </a:rPr>
              <a:t>&gt;&gt;&gt; </a:t>
            </a:r>
            <a:r>
              <a:rPr lang="en-US" altLang="zh-CN" dirty="0" err="1">
                <a:solidFill>
                  <a:srgbClr val="000000"/>
                </a:solidFill>
                <a:latin typeface="YaHei_Monaco-R"/>
              </a:rPr>
              <a:t>dataset</a:t>
            </a:r>
            <a:r>
              <a:rPr lang="en-US" altLang="zh-CN" dirty="0" err="1">
                <a:solidFill>
                  <a:srgbClr val="666666"/>
                </a:solidFill>
                <a:latin typeface="YaHei_Monaco-R"/>
              </a:rPr>
              <a:t>.</a:t>
            </a:r>
            <a:r>
              <a:rPr lang="en-US" altLang="zh-CN" dirty="0" err="1">
                <a:solidFill>
                  <a:srgbClr val="000000"/>
                </a:solidFill>
                <a:latin typeface="YaHei_Monaco-R"/>
              </a:rPr>
              <a:t>RasterCount</a:t>
            </a:r>
            <a:endParaRPr lang="en-US" altLang="zh-CN" dirty="0">
              <a:solidFill>
                <a:srgbClr val="000000"/>
              </a:solidFill>
              <a:latin typeface="YaHei_Monaco-R"/>
            </a:endParaRPr>
          </a:p>
          <a:p>
            <a:r>
              <a:rPr lang="en-US" altLang="zh-CN" sz="1600" dirty="0">
                <a:solidFill>
                  <a:srgbClr val="8080FF"/>
                </a:solidFill>
                <a:latin typeface="LMSans8-Regular-Identity-H"/>
              </a:rPr>
              <a:t>4 </a:t>
            </a:r>
            <a:r>
              <a:rPr lang="en-US" altLang="zh-CN" dirty="0" smtClean="0">
                <a:solidFill>
                  <a:srgbClr val="666666"/>
                </a:solidFill>
                <a:latin typeface="YaHei_Monaco-R"/>
              </a:rPr>
              <a:t>1</a:t>
            </a:r>
          </a:p>
          <a:p>
            <a:r>
              <a:rPr lang="en-US" altLang="zh-CN" sz="1600" dirty="0" smtClean="0">
                <a:solidFill>
                  <a:srgbClr val="8080FF"/>
                </a:solidFill>
                <a:latin typeface="LMSans8-Regular-Identity-H"/>
              </a:rPr>
              <a:t>5 </a:t>
            </a:r>
            <a:r>
              <a:rPr lang="en-US" altLang="zh-CN" dirty="0">
                <a:solidFill>
                  <a:srgbClr val="666666"/>
                </a:solidFill>
                <a:latin typeface="YaHei_Monaco-R"/>
              </a:rPr>
              <a:t>&gt;&gt;&gt; </a:t>
            </a:r>
            <a:r>
              <a:rPr lang="en-US" altLang="zh-CN" dirty="0" smtClean="0">
                <a:solidFill>
                  <a:srgbClr val="000000"/>
                </a:solidFill>
                <a:latin typeface="YaHei_Monaco-R"/>
              </a:rPr>
              <a:t>band </a:t>
            </a:r>
            <a:r>
              <a:rPr lang="en-US" altLang="zh-CN" dirty="0">
                <a:solidFill>
                  <a:srgbClr val="666666"/>
                </a:solidFill>
                <a:latin typeface="YaHei_Monaco-R"/>
              </a:rPr>
              <a:t>= </a:t>
            </a:r>
            <a:r>
              <a:rPr lang="en-US" altLang="zh-CN" dirty="0" err="1">
                <a:solidFill>
                  <a:srgbClr val="000000"/>
                </a:solidFill>
                <a:latin typeface="YaHei_Monaco-R"/>
              </a:rPr>
              <a:t>dataset</a:t>
            </a:r>
            <a:r>
              <a:rPr lang="en-US" altLang="zh-CN" dirty="0" err="1">
                <a:solidFill>
                  <a:srgbClr val="666666"/>
                </a:solidFill>
                <a:latin typeface="YaHei_Monaco-R"/>
              </a:rPr>
              <a:t>.</a:t>
            </a:r>
            <a:r>
              <a:rPr lang="en-US" altLang="zh-CN" dirty="0" err="1">
                <a:solidFill>
                  <a:srgbClr val="000000"/>
                </a:solidFill>
                <a:latin typeface="YaHei_Monaco-R"/>
              </a:rPr>
              <a:t>GetRasterBand</a:t>
            </a:r>
            <a:r>
              <a:rPr lang="en-US" altLang="zh-CN" dirty="0">
                <a:solidFill>
                  <a:srgbClr val="000000"/>
                </a:solidFill>
                <a:latin typeface="YaHei_Monaco-R"/>
              </a:rPr>
              <a:t>(</a:t>
            </a:r>
            <a:r>
              <a:rPr lang="en-US" altLang="zh-CN" dirty="0">
                <a:solidFill>
                  <a:srgbClr val="666666"/>
                </a:solidFill>
                <a:latin typeface="YaHei_Monaco-R"/>
              </a:rPr>
              <a:t>1</a:t>
            </a:r>
            <a:r>
              <a:rPr lang="en-US" altLang="zh-CN" dirty="0" smtClean="0">
                <a:solidFill>
                  <a:srgbClr val="000000"/>
                </a:solidFill>
                <a:latin typeface="YaHei_Monaco-R"/>
              </a:rPr>
              <a:t>)</a:t>
            </a:r>
            <a:endParaRPr lang="en-US" altLang="zh-CN" dirty="0">
              <a:solidFill>
                <a:srgbClr val="000000"/>
              </a:solidFill>
              <a:latin typeface="YaHei_Monaco-R"/>
            </a:endParaRPr>
          </a:p>
        </p:txBody>
      </p:sp>
      <p:sp>
        <p:nvSpPr>
          <p:cNvPr id="6" name="矩形 5"/>
          <p:cNvSpPr/>
          <p:nvPr/>
        </p:nvSpPr>
        <p:spPr>
          <a:xfrm>
            <a:off x="1210056" y="5525595"/>
            <a:ext cx="10247376" cy="646331"/>
          </a:xfrm>
          <a:prstGeom prst="rect">
            <a:avLst/>
          </a:prstGeom>
          <a:solidFill>
            <a:schemeClr val="bg1">
              <a:lumMod val="85000"/>
            </a:schemeClr>
          </a:solidFill>
        </p:spPr>
        <p:txBody>
          <a:bodyPr wrap="square">
            <a:spAutoFit/>
          </a:bodyPr>
          <a:lstStyle/>
          <a:p>
            <a:r>
              <a:rPr lang="en-US" altLang="zh-CN" sz="1600" dirty="0">
                <a:solidFill>
                  <a:srgbClr val="8080FF"/>
                </a:solidFill>
                <a:latin typeface="LMSans8-Regular-Identity-H"/>
              </a:rPr>
              <a:t>1 </a:t>
            </a:r>
            <a:r>
              <a:rPr lang="en-US" altLang="zh-CN" dirty="0" smtClean="0">
                <a:solidFill>
                  <a:srgbClr val="666666"/>
                </a:solidFill>
                <a:latin typeface="YaHei_Monaco-R"/>
              </a:rPr>
              <a:t>&gt;&gt;&gt; </a:t>
            </a:r>
            <a:r>
              <a:rPr lang="en-US" altLang="zh-CN" dirty="0" err="1">
                <a:solidFill>
                  <a:srgbClr val="008000"/>
                </a:solidFill>
                <a:latin typeface="YaHei_Monaco-R"/>
              </a:rPr>
              <a:t>dir</a:t>
            </a:r>
            <a:r>
              <a:rPr lang="en-US" altLang="zh-CN" dirty="0">
                <a:solidFill>
                  <a:srgbClr val="000000"/>
                </a:solidFill>
                <a:latin typeface="YaHei_Monaco-R"/>
              </a:rPr>
              <a:t>(band)[:</a:t>
            </a:r>
            <a:r>
              <a:rPr lang="en-US" altLang="zh-CN" dirty="0">
                <a:solidFill>
                  <a:srgbClr val="666666"/>
                </a:solidFill>
                <a:latin typeface="YaHei_Monaco-R"/>
              </a:rPr>
              <a:t>6</a:t>
            </a:r>
            <a:r>
              <a:rPr lang="en-US" altLang="zh-CN" dirty="0">
                <a:solidFill>
                  <a:srgbClr val="000000"/>
                </a:solidFill>
                <a:latin typeface="YaHei_Monaco-R"/>
              </a:rPr>
              <a:t>] </a:t>
            </a:r>
            <a:r>
              <a:rPr lang="en-US" altLang="zh-CN" dirty="0">
                <a:solidFill>
                  <a:srgbClr val="666666"/>
                </a:solidFill>
                <a:latin typeface="YaHei_Monaco-R"/>
              </a:rPr>
              <a:t>+ </a:t>
            </a:r>
            <a:r>
              <a:rPr lang="en-US" altLang="zh-CN" dirty="0">
                <a:solidFill>
                  <a:srgbClr val="000000"/>
                </a:solidFill>
                <a:latin typeface="YaHei_Monaco-R"/>
              </a:rPr>
              <a:t>[</a:t>
            </a:r>
            <a:r>
              <a:rPr lang="en-US" altLang="zh-CN" dirty="0">
                <a:solidFill>
                  <a:srgbClr val="BB2121"/>
                </a:solidFill>
                <a:latin typeface="YaHei_Monaco-R"/>
              </a:rPr>
              <a:t>'... ...'</a:t>
            </a:r>
            <a:r>
              <a:rPr lang="en-US" altLang="zh-CN" dirty="0">
                <a:solidFill>
                  <a:srgbClr val="000000"/>
                </a:solidFill>
                <a:latin typeface="YaHei_Monaco-R"/>
              </a:rPr>
              <a:t>] </a:t>
            </a:r>
            <a:r>
              <a:rPr lang="en-US" altLang="zh-CN" dirty="0">
                <a:solidFill>
                  <a:srgbClr val="666666"/>
                </a:solidFill>
                <a:latin typeface="YaHei_Monaco-R"/>
              </a:rPr>
              <a:t>+ </a:t>
            </a:r>
            <a:r>
              <a:rPr lang="en-US" altLang="zh-CN" dirty="0" err="1">
                <a:solidFill>
                  <a:srgbClr val="008000"/>
                </a:solidFill>
                <a:latin typeface="YaHei_Monaco-R"/>
              </a:rPr>
              <a:t>dir</a:t>
            </a:r>
            <a:r>
              <a:rPr lang="en-US" altLang="zh-CN" dirty="0">
                <a:solidFill>
                  <a:srgbClr val="000000"/>
                </a:solidFill>
                <a:latin typeface="YaHei_Monaco-R"/>
              </a:rPr>
              <a:t>(band)[</a:t>
            </a:r>
            <a:r>
              <a:rPr lang="en-US" altLang="zh-CN" dirty="0">
                <a:solidFill>
                  <a:srgbClr val="666666"/>
                </a:solidFill>
                <a:latin typeface="YaHei_Monaco-R"/>
              </a:rPr>
              <a:t>-3</a:t>
            </a:r>
            <a:r>
              <a:rPr lang="en-US" altLang="zh-CN" dirty="0">
                <a:solidFill>
                  <a:srgbClr val="000000"/>
                </a:solidFill>
                <a:latin typeface="YaHei_Monaco-R"/>
              </a:rPr>
              <a:t>:]</a:t>
            </a:r>
          </a:p>
          <a:p>
            <a:r>
              <a:rPr lang="en-US" altLang="zh-CN" sz="1600" dirty="0">
                <a:solidFill>
                  <a:srgbClr val="8080FF"/>
                </a:solidFill>
                <a:latin typeface="LMSans8-Regular-Identity-H"/>
              </a:rPr>
              <a:t>2</a:t>
            </a:r>
            <a:r>
              <a:rPr lang="en-US" altLang="zh-CN" sz="1600" dirty="0" smtClean="0">
                <a:solidFill>
                  <a:srgbClr val="8080FF"/>
                </a:solidFill>
                <a:latin typeface="LMSans8-Regular-Identity-H"/>
              </a:rPr>
              <a:t> </a:t>
            </a:r>
            <a:r>
              <a:rPr lang="en-US" altLang="zh-CN" dirty="0" smtClean="0">
                <a:solidFill>
                  <a:srgbClr val="000000"/>
                </a:solidFill>
                <a:latin typeface="YaHei_Monaco-R"/>
              </a:rPr>
              <a:t>[</a:t>
            </a:r>
            <a:r>
              <a:rPr lang="en-US" altLang="zh-CN" dirty="0" smtClean="0">
                <a:solidFill>
                  <a:srgbClr val="BB2121"/>
                </a:solidFill>
                <a:latin typeface="YaHei_Monaco-R"/>
              </a:rPr>
              <a:t>‘Checksum’</a:t>
            </a:r>
            <a:r>
              <a:rPr lang="en-US" altLang="zh-CN" dirty="0" smtClean="0">
                <a:solidFill>
                  <a:srgbClr val="000000"/>
                </a:solidFill>
                <a:latin typeface="YaHei_Monaco-R"/>
              </a:rPr>
              <a:t>, </a:t>
            </a:r>
            <a:r>
              <a:rPr lang="en-US" altLang="zh-CN" dirty="0" smtClean="0">
                <a:solidFill>
                  <a:srgbClr val="BB2121"/>
                </a:solidFill>
                <a:latin typeface="YaHei_Monaco-R"/>
              </a:rPr>
              <a:t>‘</a:t>
            </a:r>
            <a:r>
              <a:rPr lang="en-US" altLang="zh-CN" dirty="0" err="1" smtClean="0">
                <a:solidFill>
                  <a:srgbClr val="BB2121"/>
                </a:solidFill>
                <a:latin typeface="YaHei_Monaco-R"/>
              </a:rPr>
              <a:t>ComputeBandStats</a:t>
            </a:r>
            <a:r>
              <a:rPr lang="en-US" altLang="zh-CN" dirty="0" smtClean="0">
                <a:solidFill>
                  <a:srgbClr val="BB2121"/>
                </a:solidFill>
                <a:latin typeface="YaHei_Monaco-R"/>
              </a:rPr>
              <a:t>’</a:t>
            </a:r>
            <a:r>
              <a:rPr lang="en-US" altLang="zh-CN" dirty="0" smtClean="0">
                <a:solidFill>
                  <a:srgbClr val="000000"/>
                </a:solidFill>
                <a:latin typeface="YaHei_Monaco-R"/>
              </a:rPr>
              <a:t>, </a:t>
            </a:r>
            <a:r>
              <a:rPr lang="en-US" altLang="zh-CN" dirty="0" smtClean="0">
                <a:solidFill>
                  <a:srgbClr val="BB2121"/>
                </a:solidFill>
                <a:latin typeface="YaHei_Monaco-R"/>
              </a:rPr>
              <a:t>‘</a:t>
            </a:r>
            <a:r>
              <a:rPr lang="en-US" altLang="zh-CN" dirty="0" err="1" smtClean="0">
                <a:solidFill>
                  <a:srgbClr val="BB2121"/>
                </a:solidFill>
                <a:latin typeface="YaHei_Monaco-R"/>
              </a:rPr>
              <a:t>ComputeRasterMinMax</a:t>
            </a:r>
            <a:r>
              <a:rPr lang="en-US" altLang="zh-CN" dirty="0" smtClean="0">
                <a:solidFill>
                  <a:srgbClr val="BB2121"/>
                </a:solidFill>
                <a:latin typeface="YaHei_Monaco-R"/>
              </a:rPr>
              <a:t>’</a:t>
            </a:r>
            <a:r>
              <a:rPr lang="en-US" altLang="zh-CN" dirty="0" smtClean="0">
                <a:solidFill>
                  <a:srgbClr val="000000"/>
                </a:solidFill>
                <a:latin typeface="YaHei_Monaco-R"/>
              </a:rPr>
              <a:t>, </a:t>
            </a:r>
            <a:r>
              <a:rPr lang="en-US" altLang="zh-CN" dirty="0" smtClean="0">
                <a:solidFill>
                  <a:srgbClr val="BB2121"/>
                </a:solidFill>
                <a:latin typeface="YaHei_Monaco-R"/>
              </a:rPr>
              <a:t>‘</a:t>
            </a:r>
            <a:r>
              <a:rPr lang="en-US" altLang="zh-CN" dirty="0" err="1" smtClean="0">
                <a:solidFill>
                  <a:srgbClr val="BB2121"/>
                </a:solidFill>
                <a:latin typeface="YaHei_Monaco-R"/>
              </a:rPr>
              <a:t>ComputeStatistics</a:t>
            </a:r>
            <a:r>
              <a:rPr lang="en-US" altLang="zh-CN" dirty="0" smtClean="0">
                <a:solidFill>
                  <a:srgbClr val="BB2121"/>
                </a:solidFill>
                <a:latin typeface="YaHei_Monaco-R"/>
              </a:rPr>
              <a:t>……</a:t>
            </a:r>
            <a:endParaRPr lang="zh-CN" altLang="en-US" dirty="0"/>
          </a:p>
        </p:txBody>
      </p:sp>
    </p:spTree>
    <p:extLst>
      <p:ext uri="{BB962C8B-B14F-4D97-AF65-F5344CB8AC3E}">
        <p14:creationId xmlns:p14="http://schemas.microsoft.com/office/powerpoint/2010/main" val="740437746"/>
      </p:ext>
    </p:extLst>
  </p:cSld>
  <p:clrMapOvr>
    <a:masterClrMapping/>
  </p:clrMapOvr>
  <p:transition spd="slow"/>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标题 1"/>
          <p:cNvSpPr txBox="1">
            <a:spLocks/>
          </p:cNvSpPr>
          <p:nvPr/>
        </p:nvSpPr>
        <p:spPr>
          <a:xfrm>
            <a:off x="838200" y="148859"/>
            <a:ext cx="11353800" cy="714357"/>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lang="zh-CN" altLang="en-US" sz="4000" b="1" dirty="0" smtClean="0">
                <a:solidFill>
                  <a:srgbClr val="FFFFFF"/>
                </a:solidFill>
                <a:latin typeface="微软雅黑" panose="020B0503020204020204" pitchFamily="34" charset="-122"/>
                <a:ea typeface="微软雅黑" panose="020B0503020204020204" pitchFamily="34" charset="-122"/>
              </a:rPr>
              <a:t>获取波段大小和类型</a:t>
            </a:r>
            <a:endParaRPr kumimoji="0" lang="zh-CN" altLang="en-US" sz="4000" b="1" i="0" u="none" strike="noStrike" kern="120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j-cs"/>
            </a:endParaRPr>
          </a:p>
        </p:txBody>
      </p:sp>
      <p:sp>
        <p:nvSpPr>
          <p:cNvPr id="3" name="内容占位符 2"/>
          <p:cNvSpPr>
            <a:spLocks noGrp="1"/>
          </p:cNvSpPr>
          <p:nvPr>
            <p:ph idx="1"/>
          </p:nvPr>
        </p:nvSpPr>
        <p:spPr>
          <a:xfrm>
            <a:off x="405276" y="1163283"/>
            <a:ext cx="6020018" cy="5572253"/>
          </a:xfrm>
        </p:spPr>
        <p:txBody>
          <a:bodyPr>
            <a:normAutofit fontScale="92500"/>
          </a:bodyPr>
          <a:lstStyle/>
          <a:p>
            <a:pPr>
              <a:lnSpc>
                <a:spcPct val="120000"/>
              </a:lnSpc>
            </a:pPr>
            <a:endParaRPr lang="en-US" altLang="zh-CN" dirty="0" smtClean="0"/>
          </a:p>
          <a:p>
            <a:pPr>
              <a:lnSpc>
                <a:spcPct val="120000"/>
              </a:lnSpc>
            </a:pPr>
            <a:endParaRPr lang="en-US" altLang="zh-CN" dirty="0" smtClean="0"/>
          </a:p>
          <a:p>
            <a:pPr>
              <a:lnSpc>
                <a:spcPct val="120000"/>
              </a:lnSpc>
            </a:pPr>
            <a:endParaRPr lang="en-US" altLang="zh-CN" dirty="0" smtClean="0"/>
          </a:p>
          <a:p>
            <a:pPr>
              <a:lnSpc>
                <a:spcPct val="120000"/>
              </a:lnSpc>
            </a:pPr>
            <a:endParaRPr lang="en-US" altLang="zh-CN" dirty="0" smtClean="0"/>
          </a:p>
          <a:p>
            <a:pPr>
              <a:lnSpc>
                <a:spcPct val="120000"/>
              </a:lnSpc>
            </a:pPr>
            <a:r>
              <a:rPr lang="zh-CN" altLang="en-US" dirty="0" smtClean="0"/>
              <a:t>执行以上代码得到了波段图像的宽和高（像元为单位）。对于我们所使用的影像，这个与</a:t>
            </a:r>
            <a:r>
              <a:rPr lang="en-US" altLang="zh-CN" dirty="0" smtClean="0"/>
              <a:t>dataset </a:t>
            </a:r>
            <a:r>
              <a:rPr lang="zh-CN" altLang="en-US" dirty="0" smtClean="0"/>
              <a:t>中使用</a:t>
            </a:r>
            <a:r>
              <a:rPr lang="en-US" altLang="zh-CN" dirty="0" err="1" smtClean="0"/>
              <a:t>RasterXSize</a:t>
            </a:r>
            <a:r>
              <a:rPr lang="en-US" altLang="zh-CN" dirty="0" smtClean="0"/>
              <a:t>() </a:t>
            </a:r>
            <a:r>
              <a:rPr lang="zh-CN" altLang="en-US" dirty="0" smtClean="0"/>
              <a:t>与</a:t>
            </a:r>
            <a:r>
              <a:rPr lang="en-US" altLang="zh-CN" dirty="0" err="1" smtClean="0"/>
              <a:t>RasterYSize</a:t>
            </a:r>
            <a:r>
              <a:rPr lang="en-US" altLang="zh-CN" dirty="0" smtClean="0"/>
              <a:t>() </a:t>
            </a:r>
            <a:r>
              <a:rPr lang="zh-CN" altLang="en-US" dirty="0" smtClean="0"/>
              <a:t>获取的值一致。</a:t>
            </a:r>
            <a:r>
              <a:rPr lang="en-US" altLang="zh-CN" dirty="0" err="1" smtClean="0"/>
              <a:t>DataType</a:t>
            </a:r>
            <a:r>
              <a:rPr lang="en-US" altLang="zh-CN" dirty="0" smtClean="0"/>
              <a:t> </a:t>
            </a:r>
            <a:r>
              <a:rPr lang="zh-CN" altLang="en-US" dirty="0" smtClean="0"/>
              <a:t>是图像中实际数值的数据类型，上例表示</a:t>
            </a:r>
            <a:r>
              <a:rPr lang="en-US" altLang="zh-CN" dirty="0" smtClean="0"/>
              <a:t>8 </a:t>
            </a:r>
            <a:r>
              <a:rPr lang="zh-CN" altLang="en-US" dirty="0" smtClean="0"/>
              <a:t>位无符整型。</a:t>
            </a:r>
            <a:endParaRPr lang="en-US" altLang="zh-CN" dirty="0"/>
          </a:p>
        </p:txBody>
      </p:sp>
      <p:sp>
        <p:nvSpPr>
          <p:cNvPr id="4" name="矩形 3"/>
          <p:cNvSpPr/>
          <p:nvPr/>
        </p:nvSpPr>
        <p:spPr>
          <a:xfrm>
            <a:off x="674914" y="1424969"/>
            <a:ext cx="5510566" cy="1754326"/>
          </a:xfrm>
          <a:prstGeom prst="rect">
            <a:avLst/>
          </a:prstGeom>
          <a:solidFill>
            <a:schemeClr val="bg1">
              <a:lumMod val="85000"/>
            </a:schemeClr>
          </a:solidFill>
        </p:spPr>
        <p:txBody>
          <a:bodyPr wrap="square">
            <a:spAutoFit/>
          </a:bodyPr>
          <a:lstStyle/>
          <a:p>
            <a:r>
              <a:rPr lang="en-US" altLang="zh-CN" sz="1600" dirty="0">
                <a:solidFill>
                  <a:srgbClr val="8080FF"/>
                </a:solidFill>
                <a:latin typeface="LMSans8-Regular-Identity-H"/>
              </a:rPr>
              <a:t>1 </a:t>
            </a:r>
            <a:r>
              <a:rPr lang="en-US" altLang="zh-CN" dirty="0">
                <a:solidFill>
                  <a:srgbClr val="666666"/>
                </a:solidFill>
                <a:latin typeface="YaHei_Monaco-R"/>
              </a:rPr>
              <a:t>&gt;&gt;&gt; </a:t>
            </a:r>
            <a:r>
              <a:rPr lang="en-US" altLang="zh-CN" dirty="0" err="1">
                <a:solidFill>
                  <a:srgbClr val="000000"/>
                </a:solidFill>
                <a:latin typeface="YaHei_Monaco-R"/>
              </a:rPr>
              <a:t>band</a:t>
            </a:r>
            <a:r>
              <a:rPr lang="en-US" altLang="zh-CN" dirty="0" err="1">
                <a:solidFill>
                  <a:srgbClr val="666666"/>
                </a:solidFill>
                <a:latin typeface="YaHei_Monaco-R"/>
              </a:rPr>
              <a:t>.</a:t>
            </a:r>
            <a:r>
              <a:rPr lang="en-US" altLang="zh-CN" dirty="0" err="1">
                <a:solidFill>
                  <a:srgbClr val="000000"/>
                </a:solidFill>
                <a:latin typeface="YaHei_Monaco-R"/>
              </a:rPr>
              <a:t>XSize</a:t>
            </a:r>
            <a:endParaRPr lang="en-US" altLang="zh-CN" dirty="0">
              <a:solidFill>
                <a:srgbClr val="000000"/>
              </a:solidFill>
              <a:latin typeface="YaHei_Monaco-R"/>
            </a:endParaRPr>
          </a:p>
          <a:p>
            <a:r>
              <a:rPr lang="en-US" altLang="zh-CN" sz="1600" dirty="0">
                <a:solidFill>
                  <a:srgbClr val="8080FF"/>
                </a:solidFill>
                <a:latin typeface="LMSans8-Regular-Identity-H"/>
              </a:rPr>
              <a:t>2 </a:t>
            </a:r>
            <a:r>
              <a:rPr lang="en-US" altLang="zh-CN" dirty="0">
                <a:solidFill>
                  <a:srgbClr val="666666"/>
                </a:solidFill>
                <a:latin typeface="YaHei_Monaco-R"/>
              </a:rPr>
              <a:t>10572</a:t>
            </a:r>
          </a:p>
          <a:p>
            <a:r>
              <a:rPr lang="en-US" altLang="zh-CN" sz="1600" dirty="0">
                <a:solidFill>
                  <a:srgbClr val="8080FF"/>
                </a:solidFill>
                <a:latin typeface="LMSans8-Regular-Identity-H"/>
              </a:rPr>
              <a:t>3 </a:t>
            </a:r>
            <a:r>
              <a:rPr lang="en-US" altLang="zh-CN" dirty="0">
                <a:solidFill>
                  <a:srgbClr val="666666"/>
                </a:solidFill>
                <a:latin typeface="YaHei_Monaco-R"/>
              </a:rPr>
              <a:t>&gt;&gt;&gt; </a:t>
            </a:r>
            <a:r>
              <a:rPr lang="en-US" altLang="zh-CN" dirty="0" err="1">
                <a:solidFill>
                  <a:srgbClr val="000000"/>
                </a:solidFill>
                <a:latin typeface="YaHei_Monaco-R"/>
              </a:rPr>
              <a:t>band</a:t>
            </a:r>
            <a:r>
              <a:rPr lang="en-US" altLang="zh-CN" dirty="0" err="1">
                <a:solidFill>
                  <a:srgbClr val="666666"/>
                </a:solidFill>
                <a:latin typeface="YaHei_Monaco-R"/>
              </a:rPr>
              <a:t>.</a:t>
            </a:r>
            <a:r>
              <a:rPr lang="en-US" altLang="zh-CN" dirty="0" err="1">
                <a:solidFill>
                  <a:srgbClr val="000000"/>
                </a:solidFill>
                <a:latin typeface="YaHei_Monaco-R"/>
              </a:rPr>
              <a:t>YSize</a:t>
            </a:r>
            <a:endParaRPr lang="en-US" altLang="zh-CN" dirty="0">
              <a:solidFill>
                <a:srgbClr val="000000"/>
              </a:solidFill>
              <a:latin typeface="YaHei_Monaco-R"/>
            </a:endParaRPr>
          </a:p>
          <a:p>
            <a:r>
              <a:rPr lang="en-US" altLang="zh-CN" sz="1600" dirty="0">
                <a:solidFill>
                  <a:srgbClr val="8080FF"/>
                </a:solidFill>
                <a:latin typeface="LMSans8-Regular-Identity-H"/>
              </a:rPr>
              <a:t>4 </a:t>
            </a:r>
            <a:r>
              <a:rPr lang="en-US" altLang="zh-CN" dirty="0">
                <a:solidFill>
                  <a:srgbClr val="666666"/>
                </a:solidFill>
                <a:latin typeface="YaHei_Monaco-R"/>
              </a:rPr>
              <a:t>9422</a:t>
            </a:r>
          </a:p>
          <a:p>
            <a:r>
              <a:rPr lang="en-US" altLang="zh-CN" sz="1600" dirty="0">
                <a:solidFill>
                  <a:srgbClr val="8080FF"/>
                </a:solidFill>
                <a:latin typeface="LMSans8-Regular-Identity-H"/>
              </a:rPr>
              <a:t>5 </a:t>
            </a:r>
            <a:r>
              <a:rPr lang="en-US" altLang="zh-CN" dirty="0">
                <a:solidFill>
                  <a:srgbClr val="666666"/>
                </a:solidFill>
                <a:latin typeface="YaHei_Monaco-R"/>
              </a:rPr>
              <a:t>&gt;&gt;&gt; </a:t>
            </a:r>
            <a:r>
              <a:rPr lang="en-US" altLang="zh-CN" dirty="0" err="1">
                <a:solidFill>
                  <a:srgbClr val="000000"/>
                </a:solidFill>
                <a:latin typeface="YaHei_Monaco-R"/>
              </a:rPr>
              <a:t>band</a:t>
            </a:r>
            <a:r>
              <a:rPr lang="en-US" altLang="zh-CN" dirty="0" err="1">
                <a:solidFill>
                  <a:srgbClr val="666666"/>
                </a:solidFill>
                <a:latin typeface="YaHei_Monaco-R"/>
              </a:rPr>
              <a:t>.</a:t>
            </a:r>
            <a:r>
              <a:rPr lang="en-US" altLang="zh-CN" dirty="0" err="1">
                <a:solidFill>
                  <a:srgbClr val="000000"/>
                </a:solidFill>
                <a:latin typeface="YaHei_Monaco-R"/>
              </a:rPr>
              <a:t>DataType</a:t>
            </a:r>
            <a:endParaRPr lang="en-US" altLang="zh-CN" dirty="0">
              <a:solidFill>
                <a:srgbClr val="000000"/>
              </a:solidFill>
              <a:latin typeface="YaHei_Monaco-R"/>
            </a:endParaRPr>
          </a:p>
          <a:p>
            <a:r>
              <a:rPr lang="en-US" altLang="zh-CN" sz="1600" dirty="0">
                <a:solidFill>
                  <a:srgbClr val="8080FF"/>
                </a:solidFill>
                <a:latin typeface="LMSans8-Regular-Identity-H"/>
              </a:rPr>
              <a:t>6 </a:t>
            </a:r>
            <a:r>
              <a:rPr lang="en-US" altLang="zh-CN" dirty="0">
                <a:solidFill>
                  <a:srgbClr val="666666"/>
                </a:solidFill>
                <a:latin typeface="YaHei_Monaco-R"/>
              </a:rPr>
              <a:t>1</a:t>
            </a:r>
            <a:endParaRPr lang="zh-CN" altLang="en-US" dirty="0"/>
          </a:p>
        </p:txBody>
      </p:sp>
      <p:pic>
        <p:nvPicPr>
          <p:cNvPr id="2" name="图片 1"/>
          <p:cNvPicPr>
            <a:picLocks noChangeAspect="1"/>
          </p:cNvPicPr>
          <p:nvPr/>
        </p:nvPicPr>
        <p:blipFill>
          <a:blip r:embed="rId2"/>
          <a:stretch>
            <a:fillRect/>
          </a:stretch>
        </p:blipFill>
        <p:spPr>
          <a:xfrm>
            <a:off x="6527868" y="1680551"/>
            <a:ext cx="5530489" cy="3381306"/>
          </a:xfrm>
          <a:prstGeom prst="rect">
            <a:avLst/>
          </a:prstGeom>
        </p:spPr>
      </p:pic>
      <p:sp>
        <p:nvSpPr>
          <p:cNvPr id="5" name="矩形 4"/>
          <p:cNvSpPr/>
          <p:nvPr/>
        </p:nvSpPr>
        <p:spPr>
          <a:xfrm>
            <a:off x="6601344" y="2351314"/>
            <a:ext cx="5253196" cy="236764"/>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3732081706"/>
      </p:ext>
    </p:extLst>
  </p:cSld>
  <p:clrMapOvr>
    <a:masterClrMapping/>
  </p:clrMapOvr>
  <p:transition spd="slow"/>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标题 1"/>
          <p:cNvSpPr txBox="1">
            <a:spLocks/>
          </p:cNvSpPr>
          <p:nvPr/>
        </p:nvSpPr>
        <p:spPr>
          <a:xfrm>
            <a:off x="838200" y="148859"/>
            <a:ext cx="11353800" cy="714357"/>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lang="zh-CN" altLang="en-US" sz="4000" b="1" dirty="0" smtClean="0">
                <a:solidFill>
                  <a:srgbClr val="FFFFFF"/>
                </a:solidFill>
                <a:latin typeface="微软雅黑" panose="020B0503020204020204" pitchFamily="34" charset="-122"/>
                <a:ea typeface="微软雅黑" panose="020B0503020204020204" pitchFamily="34" charset="-122"/>
              </a:rPr>
              <a:t>获取波段数据的属性</a:t>
            </a:r>
            <a:endParaRPr kumimoji="0" lang="zh-CN" altLang="en-US" sz="4000" b="1" i="0" u="none" strike="noStrike" kern="120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j-cs"/>
            </a:endParaRPr>
          </a:p>
        </p:txBody>
      </p:sp>
      <p:sp>
        <p:nvSpPr>
          <p:cNvPr id="3" name="内容占位符 2"/>
          <p:cNvSpPr>
            <a:spLocks noGrp="1"/>
          </p:cNvSpPr>
          <p:nvPr>
            <p:ph idx="1"/>
          </p:nvPr>
        </p:nvSpPr>
        <p:spPr>
          <a:xfrm>
            <a:off x="1170432" y="1703106"/>
            <a:ext cx="10094976" cy="4851083"/>
          </a:xfrm>
        </p:spPr>
        <p:txBody>
          <a:bodyPr>
            <a:normAutofit fontScale="92500"/>
          </a:bodyPr>
          <a:lstStyle/>
          <a:p>
            <a:pPr>
              <a:lnSpc>
                <a:spcPct val="110000"/>
              </a:lnSpc>
            </a:pPr>
            <a:endParaRPr lang="en-US" altLang="zh-CN" dirty="0" smtClean="0"/>
          </a:p>
          <a:p>
            <a:pPr>
              <a:lnSpc>
                <a:spcPct val="110000"/>
              </a:lnSpc>
            </a:pPr>
            <a:endParaRPr lang="en-US" altLang="zh-CN" dirty="0" smtClean="0"/>
          </a:p>
          <a:p>
            <a:pPr marL="0" indent="0">
              <a:lnSpc>
                <a:spcPct val="110000"/>
              </a:lnSpc>
              <a:buNone/>
            </a:pPr>
            <a:endParaRPr lang="en-US" altLang="zh-CN" dirty="0" smtClean="0"/>
          </a:p>
          <a:p>
            <a:pPr>
              <a:lnSpc>
                <a:spcPct val="110000"/>
              </a:lnSpc>
            </a:pPr>
            <a:r>
              <a:rPr lang="en-US" altLang="zh-CN" dirty="0"/>
              <a:t>Maximum </a:t>
            </a:r>
            <a:r>
              <a:rPr lang="zh-CN" altLang="en-US" dirty="0"/>
              <a:t>是表示在本波段数值中最大的值</a:t>
            </a:r>
            <a:r>
              <a:rPr lang="zh-CN" altLang="en-US" dirty="0" smtClean="0"/>
              <a:t>，</a:t>
            </a:r>
            <a:r>
              <a:rPr lang="en-US" altLang="zh-CN" dirty="0" smtClean="0"/>
              <a:t>Minimum </a:t>
            </a:r>
            <a:r>
              <a:rPr lang="zh-CN" altLang="en-US" dirty="0"/>
              <a:t>就是表示</a:t>
            </a:r>
            <a:r>
              <a:rPr lang="zh-CN" altLang="en-US" dirty="0" smtClean="0"/>
              <a:t>本波段</a:t>
            </a:r>
            <a:r>
              <a:rPr lang="zh-CN" altLang="en-US" dirty="0"/>
              <a:t>中最小的值。通过运行结果</a:t>
            </a:r>
            <a:r>
              <a:rPr lang="zh-CN" altLang="en-US" dirty="0" smtClean="0"/>
              <a:t>，发现有的波段的</a:t>
            </a:r>
            <a:r>
              <a:rPr lang="en-US" altLang="zh-CN" dirty="0" err="1" smtClean="0"/>
              <a:t>GetMaximum</a:t>
            </a:r>
            <a:r>
              <a:rPr lang="en-US" altLang="zh-CN" dirty="0" smtClean="0"/>
              <a:t>() </a:t>
            </a:r>
            <a:r>
              <a:rPr lang="zh-CN" altLang="en-US" dirty="0" smtClean="0"/>
              <a:t>和</a:t>
            </a:r>
            <a:r>
              <a:rPr lang="en-US" altLang="zh-CN" dirty="0" err="1" smtClean="0"/>
              <a:t>GetMinimum</a:t>
            </a:r>
            <a:r>
              <a:rPr lang="en-US" altLang="zh-CN" dirty="0" smtClean="0"/>
              <a:t>() </a:t>
            </a:r>
            <a:r>
              <a:rPr lang="zh-CN" altLang="en-US" dirty="0"/>
              <a:t>都没有</a:t>
            </a:r>
            <a:r>
              <a:rPr lang="zh-CN" altLang="en-US" dirty="0" smtClean="0"/>
              <a:t>值，这是因为对于</a:t>
            </a:r>
            <a:r>
              <a:rPr lang="zh-CN" altLang="en-US" dirty="0"/>
              <a:t>有的</a:t>
            </a:r>
            <a:r>
              <a:rPr lang="zh-CN" altLang="en-US" dirty="0" smtClean="0"/>
              <a:t>文件格式不会</a:t>
            </a:r>
            <a:r>
              <a:rPr lang="zh-CN" altLang="en-US" dirty="0"/>
              <a:t>有固有的最大最小值</a:t>
            </a:r>
            <a:r>
              <a:rPr lang="zh-CN" altLang="en-US" dirty="0" smtClean="0"/>
              <a:t>。</a:t>
            </a:r>
            <a:endParaRPr lang="en-US" altLang="zh-CN" dirty="0"/>
          </a:p>
          <a:p>
            <a:pPr>
              <a:lnSpc>
                <a:spcPct val="110000"/>
              </a:lnSpc>
            </a:pPr>
            <a:r>
              <a:rPr lang="zh-CN" altLang="en-US" dirty="0" smtClean="0"/>
              <a:t>可以</a:t>
            </a:r>
            <a:r>
              <a:rPr lang="zh-CN" altLang="en-US" dirty="0"/>
              <a:t>通过</a:t>
            </a:r>
            <a:r>
              <a:rPr lang="zh-CN" altLang="en-US" dirty="0" smtClean="0"/>
              <a:t>函数</a:t>
            </a:r>
            <a:r>
              <a:rPr lang="en-US" altLang="zh-CN" dirty="0" err="1"/>
              <a:t>ComputeRasterMinMax</a:t>
            </a:r>
            <a:r>
              <a:rPr lang="en-US" altLang="zh-CN" dirty="0"/>
              <a:t>() </a:t>
            </a:r>
            <a:r>
              <a:rPr lang="zh-CN" altLang="en-US" dirty="0"/>
              <a:t>计算得到。</a:t>
            </a:r>
            <a:r>
              <a:rPr lang="zh-CN" altLang="en-US" dirty="0">
                <a:solidFill>
                  <a:srgbClr val="FF0000"/>
                </a:solidFill>
              </a:rPr>
              <a:t>注意！这里的最大最小值</a:t>
            </a:r>
            <a:r>
              <a:rPr lang="zh-CN" altLang="en-US" dirty="0" smtClean="0">
                <a:solidFill>
                  <a:srgbClr val="FF0000"/>
                </a:solidFill>
              </a:rPr>
              <a:t>不包括“无意义值”</a:t>
            </a:r>
            <a:r>
              <a:rPr lang="en-US" altLang="zh-CN" dirty="0" smtClean="0">
                <a:solidFill>
                  <a:srgbClr val="FF0000"/>
                </a:solidFill>
              </a:rPr>
              <a:t>, </a:t>
            </a:r>
            <a:r>
              <a:rPr lang="zh-CN" altLang="en-US" dirty="0" smtClean="0">
                <a:solidFill>
                  <a:srgbClr val="FF0000"/>
                </a:solidFill>
              </a:rPr>
              <a:t>也就是</a:t>
            </a:r>
            <a:r>
              <a:rPr lang="zh-CN" altLang="en-US" dirty="0">
                <a:solidFill>
                  <a:srgbClr val="FF0000"/>
                </a:solidFill>
              </a:rPr>
              <a:t>上面显示的</a:t>
            </a:r>
            <a:r>
              <a:rPr lang="en-US" altLang="zh-CN" dirty="0" err="1">
                <a:solidFill>
                  <a:srgbClr val="FF0000"/>
                </a:solidFill>
              </a:rPr>
              <a:t>NoDataValue</a:t>
            </a:r>
            <a:r>
              <a:rPr lang="en-US" altLang="zh-CN" dirty="0"/>
              <a:t> </a:t>
            </a:r>
            <a:r>
              <a:rPr lang="zh-CN" altLang="en-US" dirty="0"/>
              <a:t>。</a:t>
            </a:r>
            <a:endParaRPr lang="en-US" altLang="zh-CN" dirty="0"/>
          </a:p>
        </p:txBody>
      </p:sp>
      <p:sp>
        <p:nvSpPr>
          <p:cNvPr id="2" name="矩形 1"/>
          <p:cNvSpPr/>
          <p:nvPr/>
        </p:nvSpPr>
        <p:spPr>
          <a:xfrm>
            <a:off x="1868424" y="1335685"/>
            <a:ext cx="7604760" cy="1754326"/>
          </a:xfrm>
          <a:prstGeom prst="rect">
            <a:avLst/>
          </a:prstGeom>
          <a:solidFill>
            <a:schemeClr val="bg1">
              <a:lumMod val="85000"/>
            </a:schemeClr>
          </a:solidFill>
        </p:spPr>
        <p:txBody>
          <a:bodyPr wrap="square">
            <a:spAutoFit/>
          </a:bodyPr>
          <a:lstStyle/>
          <a:p>
            <a:r>
              <a:rPr lang="en-US" altLang="zh-CN" sz="1600" dirty="0">
                <a:solidFill>
                  <a:srgbClr val="8080FF"/>
                </a:solidFill>
                <a:latin typeface="LMSans8-Regular-Identity-H"/>
              </a:rPr>
              <a:t>1 </a:t>
            </a:r>
            <a:r>
              <a:rPr lang="en-US" altLang="zh-CN" dirty="0">
                <a:solidFill>
                  <a:srgbClr val="666666"/>
                </a:solidFill>
                <a:latin typeface="YaHei_Monaco-R"/>
              </a:rPr>
              <a:t>&gt;&gt;&gt; </a:t>
            </a:r>
            <a:r>
              <a:rPr lang="en-US" altLang="zh-CN" dirty="0" err="1">
                <a:solidFill>
                  <a:srgbClr val="000000"/>
                </a:solidFill>
                <a:latin typeface="YaHei_Monaco-R"/>
              </a:rPr>
              <a:t>band</a:t>
            </a:r>
            <a:r>
              <a:rPr lang="en-US" altLang="zh-CN" dirty="0" err="1">
                <a:solidFill>
                  <a:srgbClr val="666666"/>
                </a:solidFill>
                <a:latin typeface="YaHei_Monaco-R"/>
              </a:rPr>
              <a:t>.</a:t>
            </a:r>
            <a:r>
              <a:rPr lang="en-US" altLang="zh-CN" dirty="0" err="1">
                <a:solidFill>
                  <a:srgbClr val="000000"/>
                </a:solidFill>
                <a:latin typeface="YaHei_Monaco-R"/>
              </a:rPr>
              <a:t>GetNoDataValue</a:t>
            </a:r>
            <a:r>
              <a:rPr lang="en-US" altLang="zh-CN" dirty="0">
                <a:solidFill>
                  <a:srgbClr val="000000"/>
                </a:solidFill>
                <a:latin typeface="YaHei_Monaco-R"/>
              </a:rPr>
              <a:t>()</a:t>
            </a:r>
          </a:p>
          <a:p>
            <a:r>
              <a:rPr lang="en-US" altLang="zh-CN" sz="1600" dirty="0">
                <a:solidFill>
                  <a:srgbClr val="8080FF"/>
                </a:solidFill>
                <a:latin typeface="LMSans8-Regular-Identity-H"/>
              </a:rPr>
              <a:t>2 </a:t>
            </a:r>
            <a:r>
              <a:rPr lang="en-US" altLang="zh-CN" dirty="0">
                <a:solidFill>
                  <a:srgbClr val="666666"/>
                </a:solidFill>
                <a:latin typeface="YaHei_Monaco-R"/>
              </a:rPr>
              <a:t>256.0</a:t>
            </a:r>
          </a:p>
          <a:p>
            <a:r>
              <a:rPr lang="en-US" altLang="zh-CN" sz="1600" dirty="0">
                <a:solidFill>
                  <a:srgbClr val="8080FF"/>
                </a:solidFill>
                <a:latin typeface="LMSans8-Regular-Identity-H"/>
              </a:rPr>
              <a:t>3 </a:t>
            </a:r>
            <a:r>
              <a:rPr lang="en-US" altLang="zh-CN" dirty="0">
                <a:solidFill>
                  <a:srgbClr val="666666"/>
                </a:solidFill>
                <a:latin typeface="YaHei_Monaco-R"/>
              </a:rPr>
              <a:t>&gt;&gt;&gt; </a:t>
            </a:r>
            <a:r>
              <a:rPr lang="en-US" altLang="zh-CN" dirty="0" err="1">
                <a:solidFill>
                  <a:srgbClr val="000000"/>
                </a:solidFill>
                <a:latin typeface="YaHei_Monaco-R"/>
              </a:rPr>
              <a:t>band</a:t>
            </a:r>
            <a:r>
              <a:rPr lang="en-US" altLang="zh-CN" dirty="0" err="1">
                <a:solidFill>
                  <a:srgbClr val="666666"/>
                </a:solidFill>
                <a:latin typeface="YaHei_Monaco-R"/>
              </a:rPr>
              <a:t>.</a:t>
            </a:r>
            <a:r>
              <a:rPr lang="en-US" altLang="zh-CN" dirty="0" err="1">
                <a:solidFill>
                  <a:srgbClr val="000000"/>
                </a:solidFill>
                <a:latin typeface="YaHei_Monaco-R"/>
              </a:rPr>
              <a:t>GetMaximum</a:t>
            </a:r>
            <a:r>
              <a:rPr lang="en-US" altLang="zh-CN" dirty="0">
                <a:solidFill>
                  <a:srgbClr val="000000"/>
                </a:solidFill>
                <a:latin typeface="YaHei_Monaco-R"/>
              </a:rPr>
              <a:t>()</a:t>
            </a:r>
          </a:p>
          <a:p>
            <a:r>
              <a:rPr lang="en-US" altLang="zh-CN" sz="1600" dirty="0">
                <a:solidFill>
                  <a:srgbClr val="8080FF"/>
                </a:solidFill>
                <a:latin typeface="LMSans8-Regular-Identity-H"/>
              </a:rPr>
              <a:t>4 </a:t>
            </a:r>
            <a:r>
              <a:rPr lang="en-US" altLang="zh-CN" dirty="0">
                <a:solidFill>
                  <a:srgbClr val="666666"/>
                </a:solidFill>
                <a:latin typeface="YaHei_Monaco-R"/>
              </a:rPr>
              <a:t>&gt;&gt;&gt; </a:t>
            </a:r>
            <a:r>
              <a:rPr lang="en-US" altLang="zh-CN" dirty="0" err="1">
                <a:solidFill>
                  <a:srgbClr val="000000"/>
                </a:solidFill>
                <a:latin typeface="YaHei_Monaco-R"/>
              </a:rPr>
              <a:t>band</a:t>
            </a:r>
            <a:r>
              <a:rPr lang="en-US" altLang="zh-CN" dirty="0" err="1">
                <a:solidFill>
                  <a:srgbClr val="666666"/>
                </a:solidFill>
                <a:latin typeface="YaHei_Monaco-R"/>
              </a:rPr>
              <a:t>.</a:t>
            </a:r>
            <a:r>
              <a:rPr lang="en-US" altLang="zh-CN" dirty="0" err="1">
                <a:solidFill>
                  <a:srgbClr val="000000"/>
                </a:solidFill>
                <a:latin typeface="YaHei_Monaco-R"/>
              </a:rPr>
              <a:t>GetMinimum</a:t>
            </a:r>
            <a:r>
              <a:rPr lang="en-US" altLang="zh-CN" dirty="0">
                <a:solidFill>
                  <a:srgbClr val="000000"/>
                </a:solidFill>
                <a:latin typeface="YaHei_Monaco-R"/>
              </a:rPr>
              <a:t>()</a:t>
            </a:r>
          </a:p>
          <a:p>
            <a:r>
              <a:rPr lang="en-US" altLang="zh-CN" sz="1600" dirty="0">
                <a:solidFill>
                  <a:srgbClr val="8080FF"/>
                </a:solidFill>
                <a:latin typeface="LMSans8-Regular-Identity-H"/>
              </a:rPr>
              <a:t>5 </a:t>
            </a:r>
            <a:r>
              <a:rPr lang="en-US" altLang="zh-CN" dirty="0">
                <a:solidFill>
                  <a:srgbClr val="666666"/>
                </a:solidFill>
                <a:latin typeface="YaHei_Monaco-R"/>
              </a:rPr>
              <a:t>&gt;&gt;&gt; </a:t>
            </a:r>
            <a:r>
              <a:rPr lang="en-US" altLang="zh-CN" dirty="0" err="1">
                <a:solidFill>
                  <a:srgbClr val="000000"/>
                </a:solidFill>
                <a:latin typeface="YaHei_Monaco-R"/>
              </a:rPr>
              <a:t>band</a:t>
            </a:r>
            <a:r>
              <a:rPr lang="en-US" altLang="zh-CN" dirty="0" err="1">
                <a:solidFill>
                  <a:srgbClr val="666666"/>
                </a:solidFill>
                <a:latin typeface="YaHei_Monaco-R"/>
              </a:rPr>
              <a:t>.</a:t>
            </a:r>
            <a:r>
              <a:rPr lang="en-US" altLang="zh-CN" dirty="0" err="1">
                <a:solidFill>
                  <a:srgbClr val="000000"/>
                </a:solidFill>
                <a:latin typeface="YaHei_Monaco-R"/>
              </a:rPr>
              <a:t>ComputeRasterMinMax</a:t>
            </a:r>
            <a:r>
              <a:rPr lang="en-US" altLang="zh-CN" dirty="0">
                <a:solidFill>
                  <a:srgbClr val="000000"/>
                </a:solidFill>
                <a:latin typeface="YaHei_Monaco-R"/>
              </a:rPr>
              <a:t>()</a:t>
            </a:r>
          </a:p>
          <a:p>
            <a:r>
              <a:rPr lang="en-US" altLang="zh-CN" sz="1600" dirty="0">
                <a:solidFill>
                  <a:srgbClr val="8080FF"/>
                </a:solidFill>
                <a:latin typeface="LMSans8-Regular-Identity-H"/>
              </a:rPr>
              <a:t>6 </a:t>
            </a:r>
            <a:r>
              <a:rPr lang="en-US" altLang="zh-CN" dirty="0">
                <a:solidFill>
                  <a:srgbClr val="000000"/>
                </a:solidFill>
                <a:latin typeface="YaHei_Monaco-R"/>
              </a:rPr>
              <a:t>(</a:t>
            </a:r>
            <a:r>
              <a:rPr lang="en-US" altLang="zh-CN" dirty="0">
                <a:solidFill>
                  <a:srgbClr val="666666"/>
                </a:solidFill>
                <a:latin typeface="YaHei_Monaco-R"/>
              </a:rPr>
              <a:t>0.0</a:t>
            </a:r>
            <a:r>
              <a:rPr lang="en-US" altLang="zh-CN" dirty="0">
                <a:solidFill>
                  <a:srgbClr val="000000"/>
                </a:solidFill>
                <a:latin typeface="YaHei_Monaco-R"/>
              </a:rPr>
              <a:t>, </a:t>
            </a:r>
            <a:r>
              <a:rPr lang="en-US" altLang="zh-CN" dirty="0">
                <a:solidFill>
                  <a:srgbClr val="666666"/>
                </a:solidFill>
                <a:latin typeface="YaHei_Monaco-R"/>
              </a:rPr>
              <a:t>255.0</a:t>
            </a:r>
            <a:r>
              <a:rPr lang="en-US" altLang="zh-CN" dirty="0">
                <a:solidFill>
                  <a:srgbClr val="000000"/>
                </a:solidFill>
                <a:latin typeface="YaHei_Monaco-R"/>
              </a:rPr>
              <a:t>)</a:t>
            </a:r>
            <a:endParaRPr lang="zh-CN" altLang="en-US" dirty="0"/>
          </a:p>
        </p:txBody>
      </p:sp>
    </p:spTree>
    <p:extLst>
      <p:ext uri="{BB962C8B-B14F-4D97-AF65-F5344CB8AC3E}">
        <p14:creationId xmlns:p14="http://schemas.microsoft.com/office/powerpoint/2010/main" val="1657562009"/>
      </p:ext>
    </p:extLst>
  </p:cSld>
  <p:clrMapOvr>
    <a:masterClrMapping/>
  </p:clrMapOvr>
  <p:transition spd="slow"/>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标题 1"/>
          <p:cNvSpPr txBox="1">
            <a:spLocks/>
          </p:cNvSpPr>
          <p:nvPr/>
        </p:nvSpPr>
        <p:spPr>
          <a:xfrm>
            <a:off x="838200" y="148859"/>
            <a:ext cx="11353800" cy="714357"/>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lang="en-US" altLang="zh-CN" sz="4000" b="1" dirty="0" smtClean="0">
                <a:solidFill>
                  <a:srgbClr val="FFFFFF"/>
                </a:solidFill>
                <a:latin typeface="微软雅黑" panose="020B0503020204020204" pitchFamily="34" charset="-122"/>
                <a:ea typeface="微软雅黑" panose="020B0503020204020204" pitchFamily="34" charset="-122"/>
              </a:rPr>
              <a:t>GDAL</a:t>
            </a:r>
            <a:r>
              <a:rPr lang="zh-CN" altLang="en-US" sz="4000" b="1" dirty="0" smtClean="0">
                <a:solidFill>
                  <a:srgbClr val="FFFFFF"/>
                </a:solidFill>
                <a:latin typeface="微软雅黑" panose="020B0503020204020204" pitchFamily="34" charset="-122"/>
                <a:ea typeface="微软雅黑" panose="020B0503020204020204" pitchFamily="34" charset="-122"/>
              </a:rPr>
              <a:t>中的</a:t>
            </a:r>
            <a:r>
              <a:rPr lang="zh-CN" altLang="en-US" sz="4000" b="1" dirty="0">
                <a:solidFill>
                  <a:srgbClr val="FFFFFF"/>
                </a:solidFill>
                <a:latin typeface="微软雅黑" panose="020B0503020204020204" pitchFamily="34" charset="-122"/>
                <a:ea typeface="微软雅黑" panose="020B0503020204020204" pitchFamily="34" charset="-122"/>
              </a:rPr>
              <a:t>栅格</a:t>
            </a:r>
            <a:r>
              <a:rPr lang="zh-CN" altLang="en-US" sz="4000" b="1" dirty="0" smtClean="0">
                <a:solidFill>
                  <a:srgbClr val="FFFFFF"/>
                </a:solidFill>
                <a:latin typeface="微软雅黑" panose="020B0503020204020204" pitchFamily="34" charset="-122"/>
                <a:ea typeface="微软雅黑" panose="020B0503020204020204" pitchFamily="34" charset="-122"/>
              </a:rPr>
              <a:t>数据类型</a:t>
            </a:r>
            <a:endParaRPr kumimoji="0" lang="zh-CN" altLang="en-US" sz="4000" b="1" i="0" u="none" strike="noStrike" kern="120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j-cs"/>
            </a:endParaRPr>
          </a:p>
        </p:txBody>
      </p:sp>
      <p:sp>
        <p:nvSpPr>
          <p:cNvPr id="3" name="内容占位符 2"/>
          <p:cNvSpPr>
            <a:spLocks noGrp="1"/>
          </p:cNvSpPr>
          <p:nvPr>
            <p:ph idx="1"/>
          </p:nvPr>
        </p:nvSpPr>
        <p:spPr>
          <a:xfrm>
            <a:off x="716062" y="1241578"/>
            <a:ext cx="5105073" cy="1729121"/>
          </a:xfrm>
        </p:spPr>
        <p:txBody>
          <a:bodyPr>
            <a:normAutofit/>
          </a:bodyPr>
          <a:lstStyle/>
          <a:p>
            <a:pPr>
              <a:lnSpc>
                <a:spcPct val="100000"/>
              </a:lnSpc>
            </a:pPr>
            <a:r>
              <a:rPr lang="en-US" altLang="zh-CN" dirty="0" err="1" smtClean="0"/>
              <a:t>DataType</a:t>
            </a:r>
            <a:r>
              <a:rPr lang="en-US" altLang="zh-CN" dirty="0" smtClean="0"/>
              <a:t> </a:t>
            </a:r>
            <a:r>
              <a:rPr lang="zh-CN" altLang="en-US" dirty="0"/>
              <a:t>是指图像中实际数值的数据类型</a:t>
            </a:r>
            <a:r>
              <a:rPr lang="zh-CN" altLang="en-US" dirty="0" smtClean="0"/>
              <a:t>。具体数据类型定义在</a:t>
            </a:r>
            <a:r>
              <a:rPr lang="en-US" altLang="zh-CN" dirty="0" err="1" smtClean="0"/>
              <a:t>gdalconst</a:t>
            </a:r>
            <a:r>
              <a:rPr lang="en-US" altLang="zh-CN" dirty="0" smtClean="0"/>
              <a:t> </a:t>
            </a:r>
            <a:r>
              <a:rPr lang="zh-CN" altLang="en-US" dirty="0" smtClean="0"/>
              <a:t>模块里。</a:t>
            </a:r>
            <a:endParaRPr lang="en-US" altLang="zh-CN" dirty="0" smtClean="0"/>
          </a:p>
          <a:p>
            <a:pPr>
              <a:lnSpc>
                <a:spcPct val="100000"/>
              </a:lnSpc>
            </a:pPr>
            <a:endParaRPr lang="en-US" altLang="zh-CN" dirty="0"/>
          </a:p>
        </p:txBody>
      </p:sp>
      <p:sp>
        <p:nvSpPr>
          <p:cNvPr id="4" name="矩形 3"/>
          <p:cNvSpPr/>
          <p:nvPr/>
        </p:nvSpPr>
        <p:spPr>
          <a:xfrm>
            <a:off x="6211225" y="1054900"/>
            <a:ext cx="5904575" cy="1200329"/>
          </a:xfrm>
          <a:prstGeom prst="rect">
            <a:avLst/>
          </a:prstGeom>
          <a:solidFill>
            <a:schemeClr val="bg1">
              <a:lumMod val="85000"/>
            </a:schemeClr>
          </a:solidFill>
        </p:spPr>
        <p:txBody>
          <a:bodyPr wrap="square">
            <a:spAutoFit/>
          </a:bodyPr>
          <a:lstStyle/>
          <a:p>
            <a:r>
              <a:rPr lang="en-US" altLang="zh-CN" sz="1600" dirty="0">
                <a:solidFill>
                  <a:srgbClr val="8080FF"/>
                </a:solidFill>
                <a:latin typeface="LMSans8-Regular-Identity-H"/>
              </a:rPr>
              <a:t>1 </a:t>
            </a:r>
            <a:r>
              <a:rPr lang="en-US" altLang="zh-CN" dirty="0">
                <a:solidFill>
                  <a:srgbClr val="666666"/>
                </a:solidFill>
                <a:latin typeface="YaHei_Monaco-R"/>
              </a:rPr>
              <a:t>&gt;&gt;&gt; </a:t>
            </a:r>
            <a:r>
              <a:rPr lang="en-US" altLang="zh-CN" dirty="0">
                <a:solidFill>
                  <a:srgbClr val="008000"/>
                </a:solidFill>
                <a:latin typeface="YaHei_Monaco-R"/>
              </a:rPr>
              <a:t>from </a:t>
            </a:r>
            <a:r>
              <a:rPr lang="en-US" altLang="zh-CN" dirty="0" err="1">
                <a:solidFill>
                  <a:srgbClr val="0000FF"/>
                </a:solidFill>
                <a:latin typeface="YaHei_Monaco-R"/>
              </a:rPr>
              <a:t>osgeo</a:t>
            </a:r>
            <a:r>
              <a:rPr lang="en-US" altLang="zh-CN" dirty="0">
                <a:solidFill>
                  <a:srgbClr val="0000FF"/>
                </a:solidFill>
                <a:latin typeface="YaHei_Monaco-R"/>
              </a:rPr>
              <a:t> </a:t>
            </a:r>
            <a:r>
              <a:rPr lang="en-US" altLang="zh-CN" dirty="0">
                <a:solidFill>
                  <a:srgbClr val="008000"/>
                </a:solidFill>
                <a:latin typeface="YaHei_Monaco-R"/>
              </a:rPr>
              <a:t>import </a:t>
            </a:r>
            <a:r>
              <a:rPr lang="en-US" altLang="zh-CN" dirty="0" err="1">
                <a:solidFill>
                  <a:srgbClr val="000000"/>
                </a:solidFill>
                <a:latin typeface="YaHei_Monaco-R"/>
              </a:rPr>
              <a:t>gdalconst</a:t>
            </a:r>
            <a:endParaRPr lang="en-US" altLang="zh-CN" dirty="0">
              <a:solidFill>
                <a:srgbClr val="000000"/>
              </a:solidFill>
              <a:latin typeface="YaHei_Monaco-R"/>
            </a:endParaRPr>
          </a:p>
          <a:p>
            <a:r>
              <a:rPr lang="en-US" altLang="zh-CN" sz="1600" dirty="0">
                <a:solidFill>
                  <a:srgbClr val="8080FF"/>
                </a:solidFill>
                <a:latin typeface="LMSans8-Regular-Identity-H"/>
              </a:rPr>
              <a:t>2 </a:t>
            </a:r>
            <a:r>
              <a:rPr lang="en-US" altLang="zh-CN" dirty="0">
                <a:solidFill>
                  <a:srgbClr val="666666"/>
                </a:solidFill>
                <a:latin typeface="YaHei_Monaco-R"/>
              </a:rPr>
              <a:t>&gt;&gt;&gt; </a:t>
            </a:r>
            <a:r>
              <a:rPr lang="en-US" altLang="zh-CN" dirty="0" err="1">
                <a:solidFill>
                  <a:srgbClr val="008000"/>
                </a:solidFill>
                <a:latin typeface="YaHei_Monaco-R"/>
              </a:rPr>
              <a:t>dir</a:t>
            </a:r>
            <a:r>
              <a:rPr lang="en-US" altLang="zh-CN" dirty="0">
                <a:solidFill>
                  <a:srgbClr val="000000"/>
                </a:solidFill>
                <a:latin typeface="YaHei_Monaco-R"/>
              </a:rPr>
              <a:t>(</a:t>
            </a:r>
            <a:r>
              <a:rPr lang="en-US" altLang="zh-CN" dirty="0" err="1">
                <a:solidFill>
                  <a:srgbClr val="000000"/>
                </a:solidFill>
                <a:latin typeface="YaHei_Monaco-R"/>
              </a:rPr>
              <a:t>gdalconst</a:t>
            </a:r>
            <a:r>
              <a:rPr lang="en-US" altLang="zh-CN" dirty="0">
                <a:solidFill>
                  <a:srgbClr val="000000"/>
                </a:solidFill>
                <a:latin typeface="YaHei_Monaco-R"/>
              </a:rPr>
              <a:t>)</a:t>
            </a:r>
          </a:p>
          <a:p>
            <a:r>
              <a:rPr lang="fr-FR" altLang="zh-CN" sz="1600" dirty="0">
                <a:solidFill>
                  <a:srgbClr val="8080FF"/>
                </a:solidFill>
                <a:latin typeface="LMSans8-Regular-Identity-H"/>
              </a:rPr>
              <a:t>3 </a:t>
            </a:r>
            <a:r>
              <a:rPr lang="fr-FR" altLang="zh-CN" dirty="0">
                <a:solidFill>
                  <a:srgbClr val="000000"/>
                </a:solidFill>
                <a:latin typeface="YaHei_Monaco-R"/>
              </a:rPr>
              <a:t>[</a:t>
            </a:r>
            <a:r>
              <a:rPr lang="fr-FR" altLang="zh-CN" dirty="0">
                <a:solidFill>
                  <a:srgbClr val="BB2121"/>
                </a:solidFill>
                <a:latin typeface="YaHei_Monaco-R"/>
              </a:rPr>
              <a:t>'CE_Debug'</a:t>
            </a:r>
            <a:r>
              <a:rPr lang="fr-FR" altLang="zh-CN" dirty="0">
                <a:solidFill>
                  <a:srgbClr val="000000"/>
                </a:solidFill>
                <a:latin typeface="YaHei_Monaco-R"/>
              </a:rPr>
              <a:t>, </a:t>
            </a:r>
            <a:r>
              <a:rPr lang="fr-FR" altLang="zh-CN" dirty="0">
                <a:solidFill>
                  <a:srgbClr val="BB2121"/>
                </a:solidFill>
                <a:latin typeface="YaHei_Monaco-R"/>
              </a:rPr>
              <a:t>'CE_Failure'</a:t>
            </a:r>
            <a:r>
              <a:rPr lang="fr-FR" altLang="zh-CN" dirty="0">
                <a:solidFill>
                  <a:srgbClr val="000000"/>
                </a:solidFill>
                <a:latin typeface="YaHei_Monaco-R"/>
              </a:rPr>
              <a:t>, </a:t>
            </a:r>
            <a:r>
              <a:rPr lang="fr-FR" altLang="zh-CN" dirty="0">
                <a:solidFill>
                  <a:srgbClr val="BB2121"/>
                </a:solidFill>
                <a:latin typeface="YaHei_Monaco-R"/>
              </a:rPr>
              <a:t>'CE_Fatal'</a:t>
            </a:r>
            <a:r>
              <a:rPr lang="fr-FR" altLang="zh-CN" dirty="0">
                <a:solidFill>
                  <a:srgbClr val="000000"/>
                </a:solidFill>
                <a:latin typeface="YaHei_Monaco-R"/>
              </a:rPr>
              <a:t>, </a:t>
            </a:r>
            <a:r>
              <a:rPr lang="fr-FR" altLang="zh-CN" dirty="0">
                <a:solidFill>
                  <a:srgbClr val="BB2121"/>
                </a:solidFill>
                <a:latin typeface="YaHei_Monaco-R"/>
              </a:rPr>
              <a:t>'CE_None'</a:t>
            </a:r>
            <a:r>
              <a:rPr lang="fr-FR" altLang="zh-CN" dirty="0">
                <a:solidFill>
                  <a:srgbClr val="000000"/>
                </a:solidFill>
                <a:latin typeface="YaHei_Monaco-R"/>
              </a:rPr>
              <a:t>, </a:t>
            </a:r>
            <a:r>
              <a:rPr lang="fr-FR" altLang="zh-CN" dirty="0">
                <a:solidFill>
                  <a:srgbClr val="BB2121"/>
                </a:solidFill>
                <a:latin typeface="YaHei_Monaco-R"/>
              </a:rPr>
              <a:t>'CE_Warning'</a:t>
            </a:r>
            <a:r>
              <a:rPr lang="fr-FR" altLang="zh-CN" dirty="0">
                <a:solidFill>
                  <a:srgbClr val="000000"/>
                </a:solidFill>
                <a:latin typeface="YaHei_Monaco-R"/>
              </a:rPr>
              <a:t>, </a:t>
            </a:r>
            <a:r>
              <a:rPr lang="fr-FR" altLang="zh-CN" dirty="0" smtClean="0">
                <a:solidFill>
                  <a:srgbClr val="BB2121"/>
                </a:solidFill>
                <a:latin typeface="YaHei_Monaco-R"/>
              </a:rPr>
              <a:t>......</a:t>
            </a:r>
            <a:endParaRPr lang="zh-CN" altLang="en-US" dirty="0"/>
          </a:p>
        </p:txBody>
      </p:sp>
      <p:pic>
        <p:nvPicPr>
          <p:cNvPr id="5" name="图片 4"/>
          <p:cNvPicPr>
            <a:picLocks noChangeAspect="1"/>
          </p:cNvPicPr>
          <p:nvPr/>
        </p:nvPicPr>
        <p:blipFill>
          <a:blip r:embed="rId2"/>
          <a:stretch>
            <a:fillRect/>
          </a:stretch>
        </p:blipFill>
        <p:spPr>
          <a:xfrm>
            <a:off x="505423" y="2797543"/>
            <a:ext cx="5772913" cy="3451072"/>
          </a:xfrm>
          <a:prstGeom prst="rect">
            <a:avLst/>
          </a:prstGeom>
        </p:spPr>
      </p:pic>
      <p:sp>
        <p:nvSpPr>
          <p:cNvPr id="6" name="矩形 5"/>
          <p:cNvSpPr/>
          <p:nvPr/>
        </p:nvSpPr>
        <p:spPr>
          <a:xfrm>
            <a:off x="6278336" y="3856166"/>
            <a:ext cx="5764312" cy="1477328"/>
          </a:xfrm>
          <a:prstGeom prst="rect">
            <a:avLst/>
          </a:prstGeom>
          <a:solidFill>
            <a:schemeClr val="bg1">
              <a:lumMod val="85000"/>
            </a:schemeClr>
          </a:solidFill>
        </p:spPr>
        <p:txBody>
          <a:bodyPr wrap="square">
            <a:spAutoFit/>
          </a:bodyPr>
          <a:lstStyle/>
          <a:p>
            <a:r>
              <a:rPr lang="en-US" altLang="zh-CN" sz="1600" dirty="0">
                <a:solidFill>
                  <a:srgbClr val="8080FF"/>
                </a:solidFill>
                <a:latin typeface="LMSans8-Regular-Identity-H"/>
              </a:rPr>
              <a:t>1 </a:t>
            </a:r>
            <a:r>
              <a:rPr lang="en-US" altLang="zh-CN" dirty="0">
                <a:solidFill>
                  <a:srgbClr val="666666"/>
                </a:solidFill>
                <a:latin typeface="YaHei_Monaco-R"/>
              </a:rPr>
              <a:t>&gt;&gt;&gt; </a:t>
            </a:r>
            <a:r>
              <a:rPr lang="en-US" altLang="zh-CN" dirty="0">
                <a:solidFill>
                  <a:srgbClr val="008000"/>
                </a:solidFill>
                <a:latin typeface="YaHei_Monaco-R"/>
              </a:rPr>
              <a:t>from </a:t>
            </a:r>
            <a:r>
              <a:rPr lang="en-US" altLang="zh-CN" dirty="0" err="1">
                <a:solidFill>
                  <a:srgbClr val="0000FF"/>
                </a:solidFill>
                <a:latin typeface="YaHei_Monaco-R"/>
              </a:rPr>
              <a:t>osgeo</a:t>
            </a:r>
            <a:r>
              <a:rPr lang="en-US" altLang="zh-CN" dirty="0">
                <a:solidFill>
                  <a:srgbClr val="0000FF"/>
                </a:solidFill>
                <a:latin typeface="YaHei_Monaco-R"/>
              </a:rPr>
              <a:t> </a:t>
            </a:r>
            <a:r>
              <a:rPr lang="en-US" altLang="zh-CN" dirty="0">
                <a:solidFill>
                  <a:srgbClr val="008000"/>
                </a:solidFill>
                <a:latin typeface="YaHei_Monaco-R"/>
              </a:rPr>
              <a:t>import </a:t>
            </a:r>
            <a:r>
              <a:rPr lang="en-US" altLang="zh-CN" dirty="0" err="1">
                <a:solidFill>
                  <a:srgbClr val="000000"/>
                </a:solidFill>
                <a:latin typeface="YaHei_Monaco-R"/>
              </a:rPr>
              <a:t>gdalconst</a:t>
            </a:r>
            <a:endParaRPr lang="en-US" altLang="zh-CN" dirty="0">
              <a:solidFill>
                <a:srgbClr val="000000"/>
              </a:solidFill>
              <a:latin typeface="YaHei_Monaco-R"/>
            </a:endParaRPr>
          </a:p>
          <a:p>
            <a:r>
              <a:rPr lang="en-US" altLang="zh-CN" sz="1600" dirty="0">
                <a:solidFill>
                  <a:srgbClr val="8080FF"/>
                </a:solidFill>
                <a:latin typeface="LMSans8-Regular-Identity-H"/>
              </a:rPr>
              <a:t>2 </a:t>
            </a:r>
            <a:r>
              <a:rPr lang="en-US" altLang="zh-CN" dirty="0">
                <a:solidFill>
                  <a:srgbClr val="666666"/>
                </a:solidFill>
                <a:latin typeface="YaHei_Monaco-R"/>
              </a:rPr>
              <a:t>&gt;&gt;&gt; </a:t>
            </a:r>
            <a:r>
              <a:rPr lang="en-US" altLang="zh-CN" dirty="0">
                <a:solidFill>
                  <a:srgbClr val="000000"/>
                </a:solidFill>
                <a:latin typeface="YaHei_Monaco-R"/>
              </a:rPr>
              <a:t>dataset </a:t>
            </a:r>
            <a:r>
              <a:rPr lang="en-US" altLang="zh-CN" dirty="0">
                <a:solidFill>
                  <a:srgbClr val="666666"/>
                </a:solidFill>
                <a:latin typeface="YaHei_Monaco-R"/>
              </a:rPr>
              <a:t>= </a:t>
            </a:r>
            <a:r>
              <a:rPr lang="en-US" altLang="zh-CN" dirty="0" err="1">
                <a:solidFill>
                  <a:srgbClr val="000000"/>
                </a:solidFill>
                <a:latin typeface="YaHei_Monaco-R"/>
              </a:rPr>
              <a:t>gdal</a:t>
            </a:r>
            <a:r>
              <a:rPr lang="en-US" altLang="zh-CN" dirty="0" err="1">
                <a:solidFill>
                  <a:srgbClr val="666666"/>
                </a:solidFill>
                <a:latin typeface="YaHei_Monaco-R"/>
              </a:rPr>
              <a:t>.</a:t>
            </a:r>
            <a:r>
              <a:rPr lang="en-US" altLang="zh-CN" dirty="0" err="1">
                <a:solidFill>
                  <a:srgbClr val="000000"/>
                </a:solidFill>
                <a:latin typeface="YaHei_Monaco-R"/>
              </a:rPr>
              <a:t>Open</a:t>
            </a:r>
            <a:r>
              <a:rPr lang="en-US" altLang="zh-CN" dirty="0" smtClean="0">
                <a:solidFill>
                  <a:srgbClr val="000000"/>
                </a:solidFill>
                <a:latin typeface="YaHei_Monaco-R"/>
              </a:rPr>
              <a:t>(</a:t>
            </a:r>
            <a:r>
              <a:rPr lang="en-US" altLang="zh-CN" dirty="0" smtClean="0">
                <a:solidFill>
                  <a:srgbClr val="BB2121"/>
                </a:solidFill>
                <a:latin typeface="YaHei_Monaco-R"/>
              </a:rPr>
              <a:t>'</a:t>
            </a:r>
            <a:r>
              <a:rPr lang="en-US" altLang="zh-CN" dirty="0" err="1" smtClean="0">
                <a:solidFill>
                  <a:srgbClr val="BB2121"/>
                </a:solidFill>
                <a:latin typeface="YaHei_Monaco-R"/>
              </a:rPr>
              <a:t>geotiff_file.tif</a:t>
            </a:r>
            <a:r>
              <a:rPr lang="en-US" altLang="zh-CN" dirty="0">
                <a:solidFill>
                  <a:srgbClr val="BB2121"/>
                </a:solidFill>
                <a:latin typeface="YaHei_Monaco-R"/>
              </a:rPr>
              <a:t>'</a:t>
            </a:r>
            <a:r>
              <a:rPr lang="en-US" altLang="zh-CN" dirty="0">
                <a:solidFill>
                  <a:srgbClr val="000000"/>
                </a:solidFill>
                <a:latin typeface="YaHei_Monaco-R"/>
              </a:rPr>
              <a:t>) </a:t>
            </a:r>
            <a:endParaRPr lang="en-US" altLang="zh-CN" dirty="0" smtClean="0">
              <a:solidFill>
                <a:srgbClr val="000000"/>
              </a:solidFill>
              <a:latin typeface="YaHei_Monaco-R"/>
            </a:endParaRPr>
          </a:p>
          <a:p>
            <a:r>
              <a:rPr lang="fr-FR" altLang="zh-CN" sz="1600" dirty="0" smtClean="0">
                <a:solidFill>
                  <a:srgbClr val="8080FF"/>
                </a:solidFill>
                <a:latin typeface="LMSans8-Regular-Identity-H"/>
              </a:rPr>
              <a:t>3 </a:t>
            </a:r>
            <a:r>
              <a:rPr lang="en-US" altLang="zh-CN" dirty="0">
                <a:solidFill>
                  <a:srgbClr val="666666"/>
                </a:solidFill>
                <a:latin typeface="YaHei_Monaco-R"/>
              </a:rPr>
              <a:t>&gt;&gt;&gt; </a:t>
            </a:r>
            <a:r>
              <a:rPr lang="en-US" altLang="zh-CN" dirty="0" smtClean="0">
                <a:solidFill>
                  <a:srgbClr val="000000"/>
                </a:solidFill>
                <a:latin typeface="YaHei_Monaco-R"/>
              </a:rPr>
              <a:t>band </a:t>
            </a:r>
            <a:r>
              <a:rPr lang="en-US" altLang="zh-CN" dirty="0">
                <a:solidFill>
                  <a:srgbClr val="666666"/>
                </a:solidFill>
                <a:latin typeface="YaHei_Monaco-R"/>
              </a:rPr>
              <a:t>= </a:t>
            </a:r>
            <a:r>
              <a:rPr lang="en-US" altLang="zh-CN" dirty="0" err="1">
                <a:solidFill>
                  <a:srgbClr val="000000"/>
                </a:solidFill>
                <a:latin typeface="YaHei_Monaco-R"/>
              </a:rPr>
              <a:t>dataset</a:t>
            </a:r>
            <a:r>
              <a:rPr lang="en-US" altLang="zh-CN" dirty="0" err="1">
                <a:solidFill>
                  <a:srgbClr val="666666"/>
                </a:solidFill>
                <a:latin typeface="YaHei_Monaco-R"/>
              </a:rPr>
              <a:t>.</a:t>
            </a:r>
            <a:r>
              <a:rPr lang="en-US" altLang="zh-CN" dirty="0" err="1">
                <a:solidFill>
                  <a:srgbClr val="000000"/>
                </a:solidFill>
                <a:latin typeface="YaHei_Monaco-R"/>
              </a:rPr>
              <a:t>GetRasterBand</a:t>
            </a:r>
            <a:r>
              <a:rPr lang="en-US" altLang="zh-CN" dirty="0">
                <a:solidFill>
                  <a:srgbClr val="000000"/>
                </a:solidFill>
                <a:latin typeface="YaHei_Monaco-R"/>
              </a:rPr>
              <a:t>(</a:t>
            </a:r>
            <a:r>
              <a:rPr lang="en-US" altLang="zh-CN" dirty="0">
                <a:solidFill>
                  <a:srgbClr val="666666"/>
                </a:solidFill>
                <a:latin typeface="YaHei_Monaco-R"/>
              </a:rPr>
              <a:t>1</a:t>
            </a:r>
            <a:r>
              <a:rPr lang="en-US" altLang="zh-CN" dirty="0">
                <a:solidFill>
                  <a:srgbClr val="000000"/>
                </a:solidFill>
                <a:latin typeface="YaHei_Monaco-R"/>
              </a:rPr>
              <a:t>)</a:t>
            </a:r>
          </a:p>
          <a:p>
            <a:r>
              <a:rPr lang="en-US" altLang="zh-CN" sz="1600" dirty="0" smtClean="0">
                <a:solidFill>
                  <a:srgbClr val="8080FF"/>
                </a:solidFill>
                <a:latin typeface="LMSans8-Regular-Identity-H"/>
              </a:rPr>
              <a:t>4 </a:t>
            </a:r>
            <a:r>
              <a:rPr lang="en-US" altLang="zh-CN" dirty="0">
                <a:solidFill>
                  <a:srgbClr val="666666"/>
                </a:solidFill>
                <a:latin typeface="YaHei_Monaco-R"/>
              </a:rPr>
              <a:t>&gt;&gt;&gt; </a:t>
            </a:r>
            <a:r>
              <a:rPr lang="en-US" altLang="zh-CN" dirty="0" err="1">
                <a:solidFill>
                  <a:srgbClr val="000000"/>
                </a:solidFill>
                <a:latin typeface="YaHei_Monaco-R"/>
              </a:rPr>
              <a:t>band</a:t>
            </a:r>
            <a:r>
              <a:rPr lang="en-US" altLang="zh-CN" dirty="0" err="1">
                <a:solidFill>
                  <a:srgbClr val="666666"/>
                </a:solidFill>
                <a:latin typeface="YaHei_Monaco-R"/>
              </a:rPr>
              <a:t>.</a:t>
            </a:r>
            <a:r>
              <a:rPr lang="en-US" altLang="zh-CN" dirty="0" err="1">
                <a:solidFill>
                  <a:srgbClr val="000000"/>
                </a:solidFill>
                <a:latin typeface="YaHei_Monaco-R"/>
              </a:rPr>
              <a:t>DataType</a:t>
            </a:r>
            <a:endParaRPr lang="en-US" altLang="zh-CN" dirty="0">
              <a:solidFill>
                <a:srgbClr val="000000"/>
              </a:solidFill>
              <a:latin typeface="YaHei_Monaco-R"/>
            </a:endParaRPr>
          </a:p>
          <a:p>
            <a:r>
              <a:rPr lang="en-US" altLang="zh-CN" sz="1600" dirty="0" smtClean="0">
                <a:solidFill>
                  <a:srgbClr val="8080FF"/>
                </a:solidFill>
                <a:latin typeface="LMSans8-Regular-Identity-H"/>
              </a:rPr>
              <a:t>5 </a:t>
            </a:r>
            <a:r>
              <a:rPr lang="en-US" altLang="zh-CN" dirty="0" smtClean="0">
                <a:solidFill>
                  <a:srgbClr val="666666"/>
                </a:solidFill>
                <a:latin typeface="YaHei_Monaco-R"/>
              </a:rPr>
              <a:t>1                #8</a:t>
            </a:r>
            <a:r>
              <a:rPr lang="zh-CN" altLang="en-US" dirty="0" smtClean="0">
                <a:solidFill>
                  <a:srgbClr val="666666"/>
                </a:solidFill>
                <a:latin typeface="YaHei_Monaco-R"/>
              </a:rPr>
              <a:t>位无符号整型</a:t>
            </a:r>
            <a:endParaRPr lang="zh-CN" altLang="en-US" dirty="0"/>
          </a:p>
        </p:txBody>
      </p:sp>
    </p:spTree>
    <p:extLst>
      <p:ext uri="{BB962C8B-B14F-4D97-AF65-F5344CB8AC3E}">
        <p14:creationId xmlns:p14="http://schemas.microsoft.com/office/powerpoint/2010/main" val="1521153146"/>
      </p:ext>
    </p:extLst>
  </p:cSld>
  <p:clrMapOvr>
    <a:masterClrMapping/>
  </p:clrMapOvr>
  <p:transition spd="slow"/>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标题 1"/>
          <p:cNvSpPr txBox="1">
            <a:spLocks/>
          </p:cNvSpPr>
          <p:nvPr/>
        </p:nvSpPr>
        <p:spPr>
          <a:xfrm>
            <a:off x="838200" y="148859"/>
            <a:ext cx="11353800" cy="714357"/>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lang="zh-CN" altLang="en-US" sz="4000" b="1" dirty="0" smtClean="0">
                <a:solidFill>
                  <a:srgbClr val="FFFFFF"/>
                </a:solidFill>
                <a:latin typeface="微软雅黑" panose="020B0503020204020204" pitchFamily="34" charset="-122"/>
                <a:ea typeface="微软雅黑" panose="020B0503020204020204" pitchFamily="34" charset="-122"/>
              </a:rPr>
              <a:t>访问数据集的数据</a:t>
            </a:r>
            <a:endParaRPr kumimoji="0" lang="zh-CN" altLang="en-US" sz="4000" b="1" i="0" u="none" strike="noStrike" kern="120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j-cs"/>
            </a:endParaRPr>
          </a:p>
        </p:txBody>
      </p:sp>
      <p:sp>
        <p:nvSpPr>
          <p:cNvPr id="3" name="内容占位符 2"/>
          <p:cNvSpPr>
            <a:spLocks noGrp="1"/>
          </p:cNvSpPr>
          <p:nvPr>
            <p:ph idx="1"/>
          </p:nvPr>
        </p:nvSpPr>
        <p:spPr>
          <a:xfrm>
            <a:off x="6418871" y="1062102"/>
            <a:ext cx="5773129" cy="5387683"/>
          </a:xfrm>
        </p:spPr>
        <p:txBody>
          <a:bodyPr>
            <a:noAutofit/>
          </a:bodyPr>
          <a:lstStyle/>
          <a:p>
            <a:r>
              <a:rPr lang="en-US" altLang="zh-CN" sz="2200" dirty="0"/>
              <a:t>GDAL </a:t>
            </a:r>
            <a:r>
              <a:rPr lang="zh-CN" altLang="en-US" sz="2200" dirty="0"/>
              <a:t>提供了下面两个函数来访问影像的数值</a:t>
            </a:r>
            <a:r>
              <a:rPr lang="zh-CN" altLang="en-US" sz="2200" dirty="0" smtClean="0"/>
              <a:t>。</a:t>
            </a:r>
            <a:endParaRPr lang="en-US" altLang="zh-CN" sz="2200" dirty="0" smtClean="0"/>
          </a:p>
          <a:p>
            <a:pPr lvl="1"/>
            <a:r>
              <a:rPr lang="en-US" altLang="zh-CN" sz="2200" i="1" dirty="0" smtClean="0"/>
              <a:t>1</a:t>
            </a:r>
            <a:r>
              <a:rPr lang="zh-CN" altLang="en-US" sz="2200" i="1" dirty="0" smtClean="0"/>
              <a:t>）</a:t>
            </a:r>
            <a:r>
              <a:rPr lang="en-US" altLang="zh-CN" sz="2200" dirty="0" err="1" smtClean="0"/>
              <a:t>ReadRaster</a:t>
            </a:r>
            <a:r>
              <a:rPr lang="en-US" altLang="zh-CN" sz="2200" dirty="0"/>
              <a:t>() </a:t>
            </a:r>
            <a:r>
              <a:rPr lang="zh-CN" altLang="en-US" sz="2200" dirty="0"/>
              <a:t>读取图像数据</a:t>
            </a:r>
            <a:r>
              <a:rPr lang="en-US" altLang="zh-CN" sz="2200" dirty="0"/>
              <a:t>(</a:t>
            </a:r>
            <a:r>
              <a:rPr lang="zh-CN" altLang="en-US" sz="2200" dirty="0"/>
              <a:t>以二进制的形式</a:t>
            </a:r>
            <a:r>
              <a:rPr lang="en-US" altLang="zh-CN" sz="2200" dirty="0" smtClean="0"/>
              <a:t>)</a:t>
            </a:r>
          </a:p>
          <a:p>
            <a:pPr lvl="1"/>
            <a:r>
              <a:rPr lang="en-US" altLang="zh-CN" sz="2200" i="1" dirty="0" smtClean="0"/>
              <a:t>2</a:t>
            </a:r>
            <a:r>
              <a:rPr lang="zh-CN" altLang="en-US" sz="2200" i="1" dirty="0" smtClean="0"/>
              <a:t>）</a:t>
            </a:r>
            <a:r>
              <a:rPr lang="en-US" altLang="zh-CN" sz="2200" dirty="0" err="1" smtClean="0"/>
              <a:t>ReadAsArray</a:t>
            </a:r>
            <a:r>
              <a:rPr lang="en-US" altLang="zh-CN" sz="2200" dirty="0"/>
              <a:t>() </a:t>
            </a:r>
            <a:r>
              <a:rPr lang="zh-CN" altLang="en-US" sz="2200" dirty="0" smtClean="0">
                <a:solidFill>
                  <a:srgbClr val="FF0000"/>
                </a:solidFill>
              </a:rPr>
              <a:t>按块读取</a:t>
            </a:r>
            <a:r>
              <a:rPr lang="zh-CN" altLang="en-US" sz="2200" dirty="0"/>
              <a:t>图像数据</a:t>
            </a:r>
            <a:r>
              <a:rPr lang="en-US" altLang="zh-CN" sz="2200" dirty="0"/>
              <a:t>(</a:t>
            </a:r>
            <a:r>
              <a:rPr lang="zh-CN" altLang="en-US" sz="2200" dirty="0"/>
              <a:t>以数组的形式</a:t>
            </a:r>
            <a:r>
              <a:rPr lang="en-US" altLang="zh-CN" sz="2200" dirty="0" smtClean="0"/>
              <a:t>)</a:t>
            </a:r>
          </a:p>
          <a:p>
            <a:r>
              <a:rPr lang="zh-CN" altLang="en-US" sz="2200" dirty="0" smtClean="0"/>
              <a:t>有一些重要参数：</a:t>
            </a:r>
            <a:endParaRPr lang="en-US" altLang="zh-CN" sz="2200" dirty="0" smtClean="0"/>
          </a:p>
          <a:p>
            <a:pPr lvl="1"/>
            <a:r>
              <a:rPr lang="en-US" altLang="zh-CN" sz="2200" dirty="0" smtClean="0"/>
              <a:t>1</a:t>
            </a:r>
            <a:r>
              <a:rPr lang="zh-CN" altLang="en-US" sz="2200" dirty="0" smtClean="0"/>
              <a:t>）</a:t>
            </a:r>
            <a:r>
              <a:rPr lang="en-US" altLang="zh-CN" sz="2200" dirty="0" err="1" smtClean="0"/>
              <a:t>xoff</a:t>
            </a:r>
            <a:r>
              <a:rPr lang="zh-CN" altLang="en-US" sz="2200" dirty="0" smtClean="0"/>
              <a:t>，</a:t>
            </a:r>
            <a:r>
              <a:rPr lang="en-US" altLang="zh-CN" sz="2200" dirty="0" err="1" smtClean="0"/>
              <a:t>yoff</a:t>
            </a:r>
            <a:r>
              <a:rPr lang="zh-CN" altLang="en-US" sz="2200" dirty="0" smtClean="0"/>
              <a:t>，读取部分的原点位置相对于全图原点的位置</a:t>
            </a:r>
            <a:endParaRPr lang="en-US" altLang="zh-CN" sz="2200" dirty="0" smtClean="0"/>
          </a:p>
          <a:p>
            <a:pPr lvl="1"/>
            <a:r>
              <a:rPr lang="en-US" altLang="zh-CN" sz="2200" dirty="0" smtClean="0"/>
              <a:t>2</a:t>
            </a:r>
            <a:r>
              <a:rPr lang="zh-CN" altLang="en-US" sz="2200" dirty="0" smtClean="0"/>
              <a:t>）</a:t>
            </a:r>
            <a:r>
              <a:rPr lang="en-US" altLang="zh-CN" sz="2200" dirty="0" err="1" smtClean="0"/>
              <a:t>xsize</a:t>
            </a:r>
            <a:r>
              <a:rPr lang="en-US" altLang="zh-CN" sz="2200" dirty="0" smtClean="0"/>
              <a:t>, </a:t>
            </a:r>
            <a:r>
              <a:rPr lang="en-US" altLang="zh-CN" sz="2200" dirty="0" err="1" smtClean="0"/>
              <a:t>ysize</a:t>
            </a:r>
            <a:r>
              <a:rPr lang="en-US" altLang="zh-CN" sz="2200" dirty="0" smtClean="0"/>
              <a:t>, </a:t>
            </a:r>
            <a:r>
              <a:rPr lang="zh-CN" altLang="en-US" sz="2200" dirty="0" smtClean="0"/>
              <a:t>读取部分的长和宽</a:t>
            </a:r>
            <a:endParaRPr lang="en-US" altLang="zh-CN" sz="2200" dirty="0" smtClean="0"/>
          </a:p>
          <a:p>
            <a:pPr lvl="1"/>
            <a:r>
              <a:rPr lang="en-US" altLang="zh-CN" sz="2200" dirty="0" smtClean="0"/>
              <a:t>3</a:t>
            </a:r>
            <a:r>
              <a:rPr lang="zh-CN" altLang="en-US" sz="2200" dirty="0" smtClean="0"/>
              <a:t>）</a:t>
            </a:r>
            <a:r>
              <a:rPr lang="en-US" altLang="zh-CN" sz="2200" dirty="0" err="1" smtClean="0"/>
              <a:t>buf_xsize</a:t>
            </a:r>
            <a:r>
              <a:rPr lang="zh-CN" altLang="en-US" sz="2200" dirty="0" smtClean="0"/>
              <a:t>，</a:t>
            </a:r>
            <a:r>
              <a:rPr lang="en-US" altLang="zh-CN" sz="2200" dirty="0" err="1" smtClean="0"/>
              <a:t>buf_ysize</a:t>
            </a:r>
            <a:r>
              <a:rPr lang="zh-CN" altLang="en-US" sz="2200" dirty="0" smtClean="0"/>
              <a:t>，可以读取部分图像后进行缩放，定义缩放后图像的宽和高</a:t>
            </a:r>
            <a:endParaRPr lang="en-US" altLang="zh-CN" sz="2200" dirty="0" smtClean="0"/>
          </a:p>
          <a:p>
            <a:pPr lvl="1"/>
            <a:r>
              <a:rPr lang="en-US" altLang="zh-CN" sz="2200" dirty="0" smtClean="0"/>
              <a:t>4</a:t>
            </a:r>
            <a:r>
              <a:rPr lang="zh-CN" altLang="en-US" sz="2200" dirty="0" smtClean="0"/>
              <a:t>）</a:t>
            </a:r>
            <a:r>
              <a:rPr lang="en-US" altLang="zh-CN" sz="2200" dirty="0" err="1" smtClean="0"/>
              <a:t>buf_type</a:t>
            </a:r>
            <a:r>
              <a:rPr lang="zh-CN" altLang="en-US" sz="2200" dirty="0" smtClean="0"/>
              <a:t>，可对读出数据类型进行转换</a:t>
            </a:r>
            <a:endParaRPr lang="en-US" altLang="zh-CN" sz="2200" dirty="0" smtClean="0"/>
          </a:p>
          <a:p>
            <a:pPr lvl="1"/>
            <a:r>
              <a:rPr lang="en-US" altLang="zh-CN" sz="2200" dirty="0" smtClean="0"/>
              <a:t>5</a:t>
            </a:r>
            <a:r>
              <a:rPr lang="zh-CN" altLang="en-US" sz="2200" dirty="0" smtClean="0"/>
              <a:t>）</a:t>
            </a:r>
            <a:r>
              <a:rPr lang="en-US" altLang="zh-CN" sz="2200" dirty="0" err="1" smtClean="0"/>
              <a:t>band_list</a:t>
            </a:r>
            <a:r>
              <a:rPr lang="en-US" altLang="zh-CN" sz="2200" dirty="0" smtClean="0"/>
              <a:t>, </a:t>
            </a:r>
            <a:r>
              <a:rPr lang="zh-CN" altLang="en-US" sz="2200" dirty="0" smtClean="0"/>
              <a:t>指定要读取的波段</a:t>
            </a:r>
            <a:endParaRPr lang="en-US" altLang="zh-CN" sz="2200" dirty="0" smtClean="0"/>
          </a:p>
        </p:txBody>
      </p:sp>
      <p:sp>
        <p:nvSpPr>
          <p:cNvPr id="4" name="矩形 3"/>
          <p:cNvSpPr/>
          <p:nvPr/>
        </p:nvSpPr>
        <p:spPr>
          <a:xfrm>
            <a:off x="451975" y="1255412"/>
            <a:ext cx="5850853" cy="2585323"/>
          </a:xfrm>
          <a:prstGeom prst="rect">
            <a:avLst/>
          </a:prstGeom>
          <a:solidFill>
            <a:schemeClr val="bg1">
              <a:lumMod val="85000"/>
            </a:schemeClr>
          </a:solidFill>
        </p:spPr>
        <p:txBody>
          <a:bodyPr wrap="square">
            <a:spAutoFit/>
          </a:bodyPr>
          <a:lstStyle/>
          <a:p>
            <a:r>
              <a:rPr lang="en-US" altLang="zh-CN" sz="1600" dirty="0">
                <a:solidFill>
                  <a:srgbClr val="8080FF"/>
                </a:solidFill>
                <a:latin typeface="LMSans8-Regular-Identity-H"/>
              </a:rPr>
              <a:t>1 </a:t>
            </a:r>
            <a:r>
              <a:rPr lang="en-US" altLang="zh-CN" dirty="0">
                <a:solidFill>
                  <a:srgbClr val="666666"/>
                </a:solidFill>
                <a:latin typeface="YaHei_Monaco-R"/>
              </a:rPr>
              <a:t>&gt;&gt;&gt; </a:t>
            </a:r>
            <a:r>
              <a:rPr lang="en-US" altLang="zh-CN" dirty="0">
                <a:solidFill>
                  <a:srgbClr val="008000"/>
                </a:solidFill>
                <a:latin typeface="YaHei_Monaco-R"/>
              </a:rPr>
              <a:t>import </a:t>
            </a:r>
            <a:r>
              <a:rPr lang="en-US" altLang="zh-CN" dirty="0">
                <a:solidFill>
                  <a:srgbClr val="0000FF"/>
                </a:solidFill>
                <a:latin typeface="YaHei_Monaco-R"/>
              </a:rPr>
              <a:t>array</a:t>
            </a:r>
          </a:p>
          <a:p>
            <a:r>
              <a:rPr lang="en-US" altLang="zh-CN" sz="1600" dirty="0">
                <a:solidFill>
                  <a:srgbClr val="8080FF"/>
                </a:solidFill>
                <a:latin typeface="LMSans8-Regular-Identity-H"/>
              </a:rPr>
              <a:t>2 </a:t>
            </a:r>
            <a:r>
              <a:rPr lang="en-US" altLang="zh-CN" dirty="0">
                <a:solidFill>
                  <a:srgbClr val="666666"/>
                </a:solidFill>
                <a:latin typeface="YaHei_Monaco-R"/>
              </a:rPr>
              <a:t>&gt;&gt;&gt; </a:t>
            </a:r>
            <a:r>
              <a:rPr lang="en-US" altLang="zh-CN" dirty="0">
                <a:solidFill>
                  <a:srgbClr val="008000"/>
                </a:solidFill>
                <a:latin typeface="YaHei_Monaco-R"/>
              </a:rPr>
              <a:t>from </a:t>
            </a:r>
            <a:r>
              <a:rPr lang="en-US" altLang="zh-CN" dirty="0" err="1">
                <a:solidFill>
                  <a:srgbClr val="0000FF"/>
                </a:solidFill>
                <a:latin typeface="YaHei_Monaco-R"/>
              </a:rPr>
              <a:t>numpy</a:t>
            </a:r>
            <a:r>
              <a:rPr lang="en-US" altLang="zh-CN" dirty="0">
                <a:solidFill>
                  <a:srgbClr val="0000FF"/>
                </a:solidFill>
                <a:latin typeface="YaHei_Monaco-R"/>
              </a:rPr>
              <a:t> </a:t>
            </a:r>
            <a:r>
              <a:rPr lang="en-US" altLang="zh-CN" dirty="0">
                <a:solidFill>
                  <a:srgbClr val="008000"/>
                </a:solidFill>
                <a:latin typeface="YaHei_Monaco-R"/>
              </a:rPr>
              <a:t>import </a:t>
            </a:r>
            <a:r>
              <a:rPr lang="en-US" altLang="zh-CN" dirty="0" smtClean="0">
                <a:solidFill>
                  <a:srgbClr val="666666"/>
                </a:solidFill>
                <a:latin typeface="YaHei_Monaco-R"/>
              </a:rPr>
              <a:t>*</a:t>
            </a:r>
          </a:p>
          <a:p>
            <a:r>
              <a:rPr lang="en-US" altLang="zh-CN" sz="1600" dirty="0">
                <a:solidFill>
                  <a:srgbClr val="8080FF"/>
                </a:solidFill>
                <a:latin typeface="LMSans8-Regular-Identity-H"/>
              </a:rPr>
              <a:t>3</a:t>
            </a:r>
            <a:r>
              <a:rPr lang="en-US" altLang="zh-CN" dirty="0" smtClean="0">
                <a:solidFill>
                  <a:srgbClr val="666666"/>
                </a:solidFill>
                <a:latin typeface="YaHei_Monaco-R"/>
              </a:rPr>
              <a:t> </a:t>
            </a:r>
            <a:r>
              <a:rPr lang="en-US" altLang="zh-CN" dirty="0">
                <a:solidFill>
                  <a:srgbClr val="666666"/>
                </a:solidFill>
                <a:latin typeface="YaHei_Monaco-R"/>
              </a:rPr>
              <a:t>&gt;&gt;&gt; </a:t>
            </a:r>
            <a:r>
              <a:rPr lang="en-US" altLang="zh-CN" dirty="0" smtClean="0">
                <a:latin typeface="YaHei_Monaco-R"/>
              </a:rPr>
              <a:t>dataset=</a:t>
            </a:r>
            <a:r>
              <a:rPr lang="en-US" altLang="zh-CN" dirty="0" err="1" smtClean="0">
                <a:latin typeface="YaHei_Monaco-R"/>
              </a:rPr>
              <a:t>gdal.Open</a:t>
            </a:r>
            <a:r>
              <a:rPr lang="en-US" altLang="zh-CN" dirty="0" smtClean="0">
                <a:latin typeface="YaHei_Monaco-R"/>
              </a:rPr>
              <a:t>(“lu75c.tif”)</a:t>
            </a:r>
          </a:p>
          <a:p>
            <a:r>
              <a:rPr lang="en-US" altLang="zh-CN" sz="1600" dirty="0" smtClean="0">
                <a:solidFill>
                  <a:srgbClr val="8080FF"/>
                </a:solidFill>
                <a:latin typeface="LMSans8-Regular-Identity-H"/>
              </a:rPr>
              <a:t>4 </a:t>
            </a:r>
            <a:r>
              <a:rPr lang="en-US" altLang="zh-CN" dirty="0">
                <a:solidFill>
                  <a:srgbClr val="666666"/>
                </a:solidFill>
                <a:latin typeface="YaHei_Monaco-R"/>
              </a:rPr>
              <a:t>&gt;&gt;&gt; </a:t>
            </a:r>
            <a:r>
              <a:rPr lang="en-US" altLang="zh-CN" dirty="0" err="1">
                <a:solidFill>
                  <a:srgbClr val="000000"/>
                </a:solidFill>
                <a:latin typeface="YaHei_Monaco-R"/>
              </a:rPr>
              <a:t>dataset</a:t>
            </a:r>
            <a:r>
              <a:rPr lang="en-US" altLang="zh-CN" dirty="0" err="1">
                <a:solidFill>
                  <a:srgbClr val="666666"/>
                </a:solidFill>
                <a:latin typeface="YaHei_Monaco-R"/>
              </a:rPr>
              <a:t>.</a:t>
            </a:r>
            <a:r>
              <a:rPr lang="en-US" altLang="zh-CN" dirty="0" err="1">
                <a:solidFill>
                  <a:srgbClr val="000000"/>
                </a:solidFill>
                <a:latin typeface="YaHei_Monaco-R"/>
              </a:rPr>
              <a:t>ReadAsArray</a:t>
            </a:r>
            <a:r>
              <a:rPr lang="en-US" altLang="zh-CN" dirty="0">
                <a:solidFill>
                  <a:srgbClr val="000000"/>
                </a:solidFill>
                <a:latin typeface="YaHei_Monaco-R"/>
              </a:rPr>
              <a:t>(</a:t>
            </a:r>
            <a:r>
              <a:rPr lang="en-US" altLang="zh-CN" dirty="0">
                <a:solidFill>
                  <a:srgbClr val="666666"/>
                </a:solidFill>
                <a:latin typeface="YaHei_Monaco-R"/>
              </a:rPr>
              <a:t>2500</a:t>
            </a:r>
            <a:r>
              <a:rPr lang="en-US" altLang="zh-CN" dirty="0">
                <a:solidFill>
                  <a:srgbClr val="000000"/>
                </a:solidFill>
                <a:latin typeface="YaHei_Monaco-R"/>
              </a:rPr>
              <a:t>,</a:t>
            </a:r>
            <a:r>
              <a:rPr lang="en-US" altLang="zh-CN" dirty="0">
                <a:solidFill>
                  <a:srgbClr val="666666"/>
                </a:solidFill>
                <a:latin typeface="YaHei_Monaco-R"/>
              </a:rPr>
              <a:t>2500</a:t>
            </a:r>
            <a:r>
              <a:rPr lang="en-US" altLang="zh-CN" dirty="0">
                <a:solidFill>
                  <a:srgbClr val="000000"/>
                </a:solidFill>
                <a:latin typeface="YaHei_Monaco-R"/>
              </a:rPr>
              <a:t>,</a:t>
            </a:r>
            <a:r>
              <a:rPr lang="en-US" altLang="zh-CN" dirty="0">
                <a:solidFill>
                  <a:srgbClr val="666666"/>
                </a:solidFill>
                <a:latin typeface="YaHei_Monaco-R"/>
              </a:rPr>
              <a:t>3</a:t>
            </a:r>
            <a:r>
              <a:rPr lang="en-US" altLang="zh-CN" dirty="0">
                <a:solidFill>
                  <a:srgbClr val="000000"/>
                </a:solidFill>
                <a:latin typeface="YaHei_Monaco-R"/>
              </a:rPr>
              <a:t>,</a:t>
            </a:r>
            <a:r>
              <a:rPr lang="en-US" altLang="zh-CN" dirty="0">
                <a:solidFill>
                  <a:srgbClr val="666666"/>
                </a:solidFill>
                <a:latin typeface="YaHei_Monaco-R"/>
              </a:rPr>
              <a:t>3</a:t>
            </a:r>
            <a:r>
              <a:rPr lang="en-US" altLang="zh-CN" dirty="0">
                <a:solidFill>
                  <a:srgbClr val="000000"/>
                </a:solidFill>
                <a:latin typeface="YaHei_Monaco-R"/>
              </a:rPr>
              <a:t>)</a:t>
            </a:r>
          </a:p>
          <a:p>
            <a:r>
              <a:rPr lang="en-US" altLang="zh-CN" sz="1600" dirty="0" smtClean="0">
                <a:solidFill>
                  <a:srgbClr val="8080FF"/>
                </a:solidFill>
                <a:latin typeface="LMSans8-Regular-Identity-H"/>
              </a:rPr>
              <a:t>5 </a:t>
            </a:r>
            <a:r>
              <a:rPr lang="en-US" altLang="zh-CN" dirty="0">
                <a:solidFill>
                  <a:srgbClr val="000000"/>
                </a:solidFill>
                <a:latin typeface="YaHei_Monaco-R"/>
              </a:rPr>
              <a:t>array([[</a:t>
            </a:r>
            <a:r>
              <a:rPr lang="en-US" altLang="zh-CN" dirty="0">
                <a:solidFill>
                  <a:srgbClr val="666666"/>
                </a:solidFill>
                <a:latin typeface="YaHei_Monaco-R"/>
              </a:rPr>
              <a:t>12</a:t>
            </a:r>
            <a:r>
              <a:rPr lang="en-US" altLang="zh-CN" dirty="0">
                <a:solidFill>
                  <a:srgbClr val="000000"/>
                </a:solidFill>
                <a:latin typeface="YaHei_Monaco-R"/>
              </a:rPr>
              <a:t>, </a:t>
            </a:r>
            <a:r>
              <a:rPr lang="en-US" altLang="zh-CN" dirty="0">
                <a:solidFill>
                  <a:srgbClr val="666666"/>
                </a:solidFill>
                <a:latin typeface="YaHei_Monaco-R"/>
              </a:rPr>
              <a:t>12</a:t>
            </a:r>
            <a:r>
              <a:rPr lang="en-US" altLang="zh-CN" dirty="0">
                <a:solidFill>
                  <a:srgbClr val="000000"/>
                </a:solidFill>
                <a:latin typeface="YaHei_Monaco-R"/>
              </a:rPr>
              <a:t>, </a:t>
            </a:r>
            <a:r>
              <a:rPr lang="en-US" altLang="zh-CN" dirty="0">
                <a:solidFill>
                  <a:srgbClr val="666666"/>
                </a:solidFill>
                <a:latin typeface="YaHei_Monaco-R"/>
              </a:rPr>
              <a:t>12</a:t>
            </a:r>
            <a:r>
              <a:rPr lang="en-US" altLang="zh-CN" dirty="0">
                <a:solidFill>
                  <a:srgbClr val="000000"/>
                </a:solidFill>
                <a:latin typeface="YaHei_Monaco-R"/>
              </a:rPr>
              <a:t>],</a:t>
            </a:r>
          </a:p>
          <a:p>
            <a:r>
              <a:rPr lang="en-US" altLang="zh-CN" sz="1600" dirty="0" smtClean="0">
                <a:solidFill>
                  <a:srgbClr val="8080FF"/>
                </a:solidFill>
                <a:latin typeface="LMSans8-Regular-Identity-H"/>
              </a:rPr>
              <a:t>6 </a:t>
            </a:r>
            <a:r>
              <a:rPr lang="en-US" altLang="zh-CN" dirty="0">
                <a:solidFill>
                  <a:srgbClr val="000000"/>
                </a:solidFill>
                <a:latin typeface="YaHei_Monaco-R"/>
              </a:rPr>
              <a:t>[</a:t>
            </a:r>
            <a:r>
              <a:rPr lang="en-US" altLang="zh-CN" dirty="0">
                <a:solidFill>
                  <a:srgbClr val="666666"/>
                </a:solidFill>
                <a:latin typeface="YaHei_Monaco-R"/>
              </a:rPr>
              <a:t>12</a:t>
            </a:r>
            <a:r>
              <a:rPr lang="en-US" altLang="zh-CN" dirty="0">
                <a:solidFill>
                  <a:srgbClr val="000000"/>
                </a:solidFill>
                <a:latin typeface="YaHei_Monaco-R"/>
              </a:rPr>
              <a:t>, </a:t>
            </a:r>
            <a:r>
              <a:rPr lang="en-US" altLang="zh-CN" dirty="0">
                <a:solidFill>
                  <a:srgbClr val="666666"/>
                </a:solidFill>
                <a:latin typeface="YaHei_Monaco-R"/>
              </a:rPr>
              <a:t>12</a:t>
            </a:r>
            <a:r>
              <a:rPr lang="en-US" altLang="zh-CN" dirty="0">
                <a:solidFill>
                  <a:srgbClr val="000000"/>
                </a:solidFill>
                <a:latin typeface="YaHei_Monaco-R"/>
              </a:rPr>
              <a:t>, </a:t>
            </a:r>
            <a:r>
              <a:rPr lang="en-US" altLang="zh-CN" dirty="0">
                <a:solidFill>
                  <a:srgbClr val="666666"/>
                </a:solidFill>
                <a:latin typeface="YaHei_Monaco-R"/>
              </a:rPr>
              <a:t>12</a:t>
            </a:r>
            <a:r>
              <a:rPr lang="en-US" altLang="zh-CN" dirty="0">
                <a:solidFill>
                  <a:srgbClr val="000000"/>
                </a:solidFill>
                <a:latin typeface="YaHei_Monaco-R"/>
              </a:rPr>
              <a:t>],</a:t>
            </a:r>
          </a:p>
          <a:p>
            <a:r>
              <a:rPr lang="en-US" altLang="zh-CN" sz="1600" dirty="0" smtClean="0">
                <a:solidFill>
                  <a:srgbClr val="8080FF"/>
                </a:solidFill>
                <a:latin typeface="LMSans8-Regular-Identity-H"/>
              </a:rPr>
              <a:t>7 </a:t>
            </a:r>
            <a:r>
              <a:rPr lang="en-US" altLang="zh-CN" dirty="0">
                <a:solidFill>
                  <a:srgbClr val="000000"/>
                </a:solidFill>
                <a:latin typeface="YaHei_Monaco-R"/>
              </a:rPr>
              <a:t>[</a:t>
            </a:r>
            <a:r>
              <a:rPr lang="en-US" altLang="zh-CN" dirty="0">
                <a:solidFill>
                  <a:srgbClr val="666666"/>
                </a:solidFill>
                <a:latin typeface="YaHei_Monaco-R"/>
              </a:rPr>
              <a:t>12</a:t>
            </a:r>
            <a:r>
              <a:rPr lang="en-US" altLang="zh-CN" dirty="0">
                <a:solidFill>
                  <a:srgbClr val="000000"/>
                </a:solidFill>
                <a:latin typeface="YaHei_Monaco-R"/>
              </a:rPr>
              <a:t>, </a:t>
            </a:r>
            <a:r>
              <a:rPr lang="en-US" altLang="zh-CN" dirty="0">
                <a:solidFill>
                  <a:srgbClr val="666666"/>
                </a:solidFill>
                <a:latin typeface="YaHei_Monaco-R"/>
              </a:rPr>
              <a:t>12</a:t>
            </a:r>
            <a:r>
              <a:rPr lang="en-US" altLang="zh-CN" dirty="0">
                <a:solidFill>
                  <a:srgbClr val="000000"/>
                </a:solidFill>
                <a:latin typeface="YaHei_Monaco-R"/>
              </a:rPr>
              <a:t>, </a:t>
            </a:r>
            <a:r>
              <a:rPr lang="en-US" altLang="zh-CN" dirty="0">
                <a:solidFill>
                  <a:srgbClr val="666666"/>
                </a:solidFill>
                <a:latin typeface="YaHei_Monaco-R"/>
              </a:rPr>
              <a:t>12</a:t>
            </a:r>
            <a:r>
              <a:rPr lang="en-US" altLang="zh-CN" dirty="0">
                <a:solidFill>
                  <a:srgbClr val="000000"/>
                </a:solidFill>
                <a:latin typeface="YaHei_Monaco-R"/>
              </a:rPr>
              <a:t>]], </a:t>
            </a:r>
            <a:r>
              <a:rPr lang="en-US" altLang="zh-CN" dirty="0" err="1">
                <a:solidFill>
                  <a:srgbClr val="000000"/>
                </a:solidFill>
                <a:latin typeface="YaHei_Monaco-R"/>
              </a:rPr>
              <a:t>dtype</a:t>
            </a:r>
            <a:r>
              <a:rPr lang="en-US" altLang="zh-CN" dirty="0">
                <a:solidFill>
                  <a:srgbClr val="666666"/>
                </a:solidFill>
                <a:latin typeface="YaHei_Monaco-R"/>
              </a:rPr>
              <a:t>=</a:t>
            </a:r>
            <a:r>
              <a:rPr lang="en-US" altLang="zh-CN" dirty="0">
                <a:solidFill>
                  <a:srgbClr val="000000"/>
                </a:solidFill>
                <a:latin typeface="YaHei_Monaco-R"/>
              </a:rPr>
              <a:t>int16)</a:t>
            </a:r>
          </a:p>
          <a:p>
            <a:r>
              <a:rPr lang="en-US" altLang="zh-CN" sz="1600" dirty="0" smtClean="0">
                <a:solidFill>
                  <a:srgbClr val="8080FF"/>
                </a:solidFill>
                <a:latin typeface="LMSans8-Regular-Identity-H"/>
              </a:rPr>
              <a:t>8 </a:t>
            </a:r>
            <a:r>
              <a:rPr lang="en-US" altLang="zh-CN" dirty="0">
                <a:solidFill>
                  <a:srgbClr val="666666"/>
                </a:solidFill>
                <a:latin typeface="YaHei_Monaco-R"/>
              </a:rPr>
              <a:t>&gt;&gt;&gt; </a:t>
            </a:r>
            <a:r>
              <a:rPr lang="en-US" altLang="zh-CN" dirty="0" err="1">
                <a:solidFill>
                  <a:srgbClr val="000000"/>
                </a:solidFill>
                <a:latin typeface="YaHei_Monaco-R"/>
              </a:rPr>
              <a:t>dataset</a:t>
            </a:r>
            <a:r>
              <a:rPr lang="en-US" altLang="zh-CN" dirty="0" err="1">
                <a:solidFill>
                  <a:srgbClr val="666666"/>
                </a:solidFill>
                <a:latin typeface="YaHei_Monaco-R"/>
              </a:rPr>
              <a:t>.</a:t>
            </a:r>
            <a:r>
              <a:rPr lang="en-US" altLang="zh-CN" dirty="0" err="1">
                <a:solidFill>
                  <a:srgbClr val="000000"/>
                </a:solidFill>
                <a:latin typeface="YaHei_Monaco-R"/>
              </a:rPr>
              <a:t>ReadRaster</a:t>
            </a:r>
            <a:r>
              <a:rPr lang="en-US" altLang="zh-CN" dirty="0">
                <a:solidFill>
                  <a:srgbClr val="000000"/>
                </a:solidFill>
                <a:latin typeface="YaHei_Monaco-R"/>
              </a:rPr>
              <a:t>(</a:t>
            </a:r>
            <a:r>
              <a:rPr lang="en-US" altLang="zh-CN" dirty="0">
                <a:solidFill>
                  <a:srgbClr val="666666"/>
                </a:solidFill>
                <a:latin typeface="YaHei_Monaco-R"/>
              </a:rPr>
              <a:t>2500</a:t>
            </a:r>
            <a:r>
              <a:rPr lang="en-US" altLang="zh-CN" dirty="0">
                <a:solidFill>
                  <a:srgbClr val="000000"/>
                </a:solidFill>
                <a:latin typeface="YaHei_Monaco-R"/>
              </a:rPr>
              <a:t>,</a:t>
            </a:r>
            <a:r>
              <a:rPr lang="en-US" altLang="zh-CN" dirty="0">
                <a:solidFill>
                  <a:srgbClr val="666666"/>
                </a:solidFill>
                <a:latin typeface="YaHei_Monaco-R"/>
              </a:rPr>
              <a:t>2500</a:t>
            </a:r>
            <a:r>
              <a:rPr lang="en-US" altLang="zh-CN" dirty="0">
                <a:solidFill>
                  <a:srgbClr val="000000"/>
                </a:solidFill>
                <a:latin typeface="YaHei_Monaco-R"/>
              </a:rPr>
              <a:t>,</a:t>
            </a:r>
            <a:r>
              <a:rPr lang="en-US" altLang="zh-CN" dirty="0">
                <a:solidFill>
                  <a:srgbClr val="666666"/>
                </a:solidFill>
                <a:latin typeface="YaHei_Monaco-R"/>
              </a:rPr>
              <a:t>3</a:t>
            </a:r>
            <a:r>
              <a:rPr lang="en-US" altLang="zh-CN" dirty="0">
                <a:solidFill>
                  <a:srgbClr val="000000"/>
                </a:solidFill>
                <a:latin typeface="YaHei_Monaco-R"/>
              </a:rPr>
              <a:t>,</a:t>
            </a:r>
            <a:r>
              <a:rPr lang="en-US" altLang="zh-CN" dirty="0">
                <a:solidFill>
                  <a:srgbClr val="666666"/>
                </a:solidFill>
                <a:latin typeface="YaHei_Monaco-R"/>
              </a:rPr>
              <a:t>3</a:t>
            </a:r>
            <a:r>
              <a:rPr lang="en-US" altLang="zh-CN" dirty="0">
                <a:solidFill>
                  <a:srgbClr val="000000"/>
                </a:solidFill>
                <a:latin typeface="YaHei_Monaco-R"/>
              </a:rPr>
              <a:t>)</a:t>
            </a:r>
          </a:p>
          <a:p>
            <a:r>
              <a:rPr lang="en-US" altLang="zh-CN" sz="1600" dirty="0" smtClean="0">
                <a:solidFill>
                  <a:srgbClr val="8080FF"/>
                </a:solidFill>
                <a:latin typeface="LMSans8-Regular-Identity-H"/>
              </a:rPr>
              <a:t>9 </a:t>
            </a:r>
            <a:r>
              <a:rPr lang="en-US" altLang="zh-CN" dirty="0" smtClean="0">
                <a:solidFill>
                  <a:srgbClr val="BB2121"/>
                </a:solidFill>
                <a:latin typeface="YaHei_Monaco-R"/>
              </a:rPr>
              <a:t>‘</a:t>
            </a:r>
            <a:r>
              <a:rPr lang="en-US" altLang="zh-CN" dirty="0" smtClean="0">
                <a:solidFill>
                  <a:srgbClr val="BB6621"/>
                </a:solidFill>
                <a:latin typeface="YaHei_Monaco-R"/>
              </a:rPr>
              <a:t>\x0c\x00\x0c\x00\x0c\x00\x0c\x00\x0c\x00……</a:t>
            </a:r>
            <a:endParaRPr lang="zh-CN" altLang="en-US" dirty="0"/>
          </a:p>
        </p:txBody>
      </p:sp>
      <p:sp>
        <p:nvSpPr>
          <p:cNvPr id="2" name="矩形 1"/>
          <p:cNvSpPr/>
          <p:nvPr/>
        </p:nvSpPr>
        <p:spPr>
          <a:xfrm>
            <a:off x="635561" y="4232931"/>
            <a:ext cx="5483679" cy="1631216"/>
          </a:xfrm>
          <a:prstGeom prst="rect">
            <a:avLst/>
          </a:prstGeom>
        </p:spPr>
        <p:txBody>
          <a:bodyPr wrap="square">
            <a:spAutoFit/>
          </a:bodyPr>
          <a:lstStyle/>
          <a:p>
            <a:r>
              <a:rPr lang="en-US" altLang="zh-CN" sz="2000" dirty="0" err="1"/>
              <a:t>ReadRaster</a:t>
            </a:r>
            <a:r>
              <a:rPr lang="en-US" altLang="zh-CN" sz="2000" dirty="0"/>
              <a:t>(self, </a:t>
            </a:r>
            <a:r>
              <a:rPr lang="en-US" altLang="zh-CN" sz="2000" dirty="0" err="1"/>
              <a:t>xoff</a:t>
            </a:r>
            <a:r>
              <a:rPr lang="en-US" altLang="zh-CN" sz="2000" dirty="0"/>
              <a:t>, </a:t>
            </a:r>
            <a:r>
              <a:rPr lang="en-US" altLang="zh-CN" sz="2000" dirty="0" err="1"/>
              <a:t>yoff</a:t>
            </a:r>
            <a:r>
              <a:rPr lang="en-US" altLang="zh-CN" sz="2000" dirty="0"/>
              <a:t>, </a:t>
            </a:r>
            <a:r>
              <a:rPr lang="en-US" altLang="zh-CN" sz="2000" dirty="0" err="1"/>
              <a:t>xsize</a:t>
            </a:r>
            <a:r>
              <a:rPr lang="en-US" altLang="zh-CN" sz="2000" dirty="0"/>
              <a:t>, </a:t>
            </a:r>
            <a:r>
              <a:rPr lang="en-US" altLang="zh-CN" sz="2000" dirty="0" err="1"/>
              <a:t>ysize</a:t>
            </a:r>
            <a:r>
              <a:rPr lang="en-US" altLang="zh-CN" sz="2000" dirty="0"/>
              <a:t>, </a:t>
            </a:r>
            <a:r>
              <a:rPr lang="en-US" altLang="zh-CN" sz="2000" dirty="0" err="1" smtClean="0"/>
              <a:t>buf_xsize</a:t>
            </a:r>
            <a:r>
              <a:rPr lang="en-US" altLang="zh-CN" sz="2000" dirty="0" smtClean="0"/>
              <a:t>, </a:t>
            </a:r>
            <a:r>
              <a:rPr lang="en-US" altLang="zh-CN" sz="2000" dirty="0" err="1" smtClean="0"/>
              <a:t>buf_ysize</a:t>
            </a:r>
            <a:r>
              <a:rPr lang="en-US" altLang="zh-CN" sz="2000" dirty="0" smtClean="0"/>
              <a:t>, </a:t>
            </a:r>
            <a:r>
              <a:rPr lang="en-US" altLang="zh-CN" sz="2000" dirty="0" err="1" smtClean="0"/>
              <a:t>buf_type</a:t>
            </a:r>
            <a:r>
              <a:rPr lang="en-US" altLang="zh-CN" sz="2000" dirty="0" smtClean="0"/>
              <a:t>, </a:t>
            </a:r>
            <a:r>
              <a:rPr lang="en-US" altLang="zh-CN" sz="2000" dirty="0" err="1" smtClean="0"/>
              <a:t>band_list</a:t>
            </a:r>
            <a:r>
              <a:rPr lang="en-US" altLang="zh-CN" sz="2000" dirty="0" smtClean="0"/>
              <a:t>)</a:t>
            </a:r>
            <a:endParaRPr lang="en-US" altLang="zh-CN" sz="2000" dirty="0"/>
          </a:p>
          <a:p>
            <a:endParaRPr lang="en-US" altLang="zh-CN" sz="2000" dirty="0">
              <a:solidFill>
                <a:srgbClr val="000000"/>
              </a:solidFill>
              <a:latin typeface="PingFang SC"/>
            </a:endParaRPr>
          </a:p>
          <a:p>
            <a:r>
              <a:rPr lang="en-US" altLang="zh-CN" sz="2000" dirty="0" err="1" smtClean="0"/>
              <a:t>ReadAsArray</a:t>
            </a:r>
            <a:r>
              <a:rPr lang="en-US" altLang="zh-CN" sz="2000" dirty="0" smtClean="0"/>
              <a:t>(</a:t>
            </a:r>
            <a:r>
              <a:rPr lang="en-US" altLang="zh-CN" sz="2000" dirty="0" err="1" smtClean="0"/>
              <a:t>xoff</a:t>
            </a:r>
            <a:r>
              <a:rPr lang="en-US" altLang="zh-CN" sz="2000" dirty="0" smtClean="0"/>
              <a:t>, </a:t>
            </a:r>
            <a:r>
              <a:rPr lang="en-US" altLang="zh-CN" sz="2000" dirty="0" err="1" smtClean="0"/>
              <a:t>yoff</a:t>
            </a:r>
            <a:r>
              <a:rPr lang="en-US" altLang="zh-CN" sz="2000" dirty="0" smtClean="0"/>
              <a:t>, </a:t>
            </a:r>
            <a:r>
              <a:rPr lang="en-US" altLang="zh-CN" sz="2000" dirty="0" err="1" smtClean="0"/>
              <a:t>xsize</a:t>
            </a:r>
            <a:r>
              <a:rPr lang="en-US" altLang="zh-CN" sz="2000" dirty="0" smtClean="0"/>
              <a:t>, </a:t>
            </a:r>
            <a:r>
              <a:rPr lang="en-US" altLang="zh-CN" sz="2000" dirty="0" err="1" smtClean="0"/>
              <a:t>ysize</a:t>
            </a:r>
            <a:r>
              <a:rPr lang="en-US" altLang="zh-CN" sz="2000" dirty="0" smtClean="0"/>
              <a:t>, </a:t>
            </a:r>
            <a:r>
              <a:rPr lang="en-US" altLang="zh-CN" sz="2000" dirty="0" err="1" smtClean="0"/>
              <a:t>buf_xsize</a:t>
            </a:r>
            <a:r>
              <a:rPr lang="en-US" altLang="zh-CN" sz="2000" dirty="0" smtClean="0"/>
              <a:t>, </a:t>
            </a:r>
            <a:r>
              <a:rPr lang="en-US" altLang="zh-CN" sz="2000" dirty="0" err="1" smtClean="0"/>
              <a:t>buf_ysize</a:t>
            </a:r>
            <a:r>
              <a:rPr lang="en-US" altLang="zh-CN" sz="2000" dirty="0" smtClean="0"/>
              <a:t>, </a:t>
            </a:r>
            <a:r>
              <a:rPr lang="en-US" altLang="zh-CN" sz="2000" dirty="0" err="1" smtClean="0"/>
              <a:t>buf_type</a:t>
            </a:r>
            <a:r>
              <a:rPr lang="en-US" altLang="zh-CN" sz="2000" dirty="0" smtClean="0"/>
              <a:t>, </a:t>
            </a:r>
            <a:r>
              <a:rPr lang="en-US" altLang="zh-CN" sz="2000" dirty="0" err="1" smtClean="0"/>
              <a:t>band_list</a:t>
            </a:r>
            <a:r>
              <a:rPr lang="en-US" altLang="zh-CN" sz="2000" dirty="0" smtClean="0"/>
              <a:t>)</a:t>
            </a:r>
            <a:endParaRPr lang="zh-CN" altLang="en-US" sz="2000" dirty="0"/>
          </a:p>
        </p:txBody>
      </p:sp>
    </p:spTree>
    <p:extLst>
      <p:ext uri="{BB962C8B-B14F-4D97-AF65-F5344CB8AC3E}">
        <p14:creationId xmlns:p14="http://schemas.microsoft.com/office/powerpoint/2010/main" val="4157879652"/>
      </p:ext>
    </p:extLst>
  </p:cSld>
  <p:clrMapOvr>
    <a:masterClrMapping/>
  </p:clrMapOvr>
  <p:transition spd="slow"/>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标题 1"/>
          <p:cNvSpPr txBox="1">
            <a:spLocks/>
          </p:cNvSpPr>
          <p:nvPr/>
        </p:nvSpPr>
        <p:spPr>
          <a:xfrm>
            <a:off x="838200" y="148859"/>
            <a:ext cx="11353800" cy="714357"/>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lang="zh-CN" altLang="en-US" sz="4000" b="1" dirty="0" smtClean="0">
                <a:solidFill>
                  <a:srgbClr val="FFFFFF"/>
                </a:solidFill>
                <a:latin typeface="微软雅黑" panose="020B0503020204020204" pitchFamily="34" charset="-122"/>
                <a:ea typeface="微软雅黑" panose="020B0503020204020204" pitchFamily="34" charset="-122"/>
              </a:rPr>
              <a:t>读取波段中的数据</a:t>
            </a:r>
            <a:endParaRPr kumimoji="0" lang="zh-CN" altLang="en-US" sz="4000" b="1" i="0" u="none" strike="noStrike" kern="120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j-cs"/>
            </a:endParaRPr>
          </a:p>
        </p:txBody>
      </p:sp>
      <p:sp>
        <p:nvSpPr>
          <p:cNvPr id="4" name="矩形 3"/>
          <p:cNvSpPr/>
          <p:nvPr/>
        </p:nvSpPr>
        <p:spPr>
          <a:xfrm>
            <a:off x="1804416" y="1121123"/>
            <a:ext cx="7933944" cy="4247317"/>
          </a:xfrm>
          <a:prstGeom prst="rect">
            <a:avLst/>
          </a:prstGeom>
          <a:solidFill>
            <a:schemeClr val="bg1">
              <a:lumMod val="85000"/>
            </a:schemeClr>
          </a:solidFill>
        </p:spPr>
        <p:txBody>
          <a:bodyPr wrap="square">
            <a:spAutoFit/>
          </a:bodyPr>
          <a:lstStyle/>
          <a:p>
            <a:r>
              <a:rPr lang="en-US" altLang="zh-CN" sz="1600" dirty="0">
                <a:solidFill>
                  <a:srgbClr val="8080FF"/>
                </a:solidFill>
                <a:latin typeface="LMSans8-Regular-Identity-H"/>
              </a:rPr>
              <a:t>1 </a:t>
            </a:r>
            <a:r>
              <a:rPr lang="en-US" altLang="zh-CN" dirty="0">
                <a:solidFill>
                  <a:srgbClr val="666666"/>
                </a:solidFill>
                <a:latin typeface="YaHei_Monaco-R"/>
              </a:rPr>
              <a:t>&gt;&gt;&gt; </a:t>
            </a:r>
            <a:r>
              <a:rPr lang="en-US" altLang="zh-CN" dirty="0">
                <a:solidFill>
                  <a:srgbClr val="008000"/>
                </a:solidFill>
                <a:latin typeface="YaHei_Monaco-R"/>
              </a:rPr>
              <a:t>from </a:t>
            </a:r>
            <a:r>
              <a:rPr lang="en-US" altLang="zh-CN" dirty="0" err="1">
                <a:solidFill>
                  <a:srgbClr val="0000FF"/>
                </a:solidFill>
                <a:latin typeface="YaHei_Monaco-R"/>
              </a:rPr>
              <a:t>osgeo</a:t>
            </a:r>
            <a:r>
              <a:rPr lang="en-US" altLang="zh-CN" dirty="0">
                <a:solidFill>
                  <a:srgbClr val="0000FF"/>
                </a:solidFill>
                <a:latin typeface="YaHei_Monaco-R"/>
              </a:rPr>
              <a:t> </a:t>
            </a:r>
            <a:r>
              <a:rPr lang="en-US" altLang="zh-CN" dirty="0">
                <a:solidFill>
                  <a:srgbClr val="008000"/>
                </a:solidFill>
                <a:latin typeface="YaHei_Monaco-R"/>
              </a:rPr>
              <a:t>import </a:t>
            </a:r>
            <a:r>
              <a:rPr lang="en-US" altLang="zh-CN" dirty="0" err="1">
                <a:solidFill>
                  <a:srgbClr val="000000"/>
                </a:solidFill>
                <a:latin typeface="YaHei_Monaco-R"/>
              </a:rPr>
              <a:t>gdal</a:t>
            </a:r>
            <a:endParaRPr lang="en-US" altLang="zh-CN" dirty="0">
              <a:solidFill>
                <a:srgbClr val="000000"/>
              </a:solidFill>
              <a:latin typeface="YaHei_Monaco-R"/>
            </a:endParaRPr>
          </a:p>
          <a:p>
            <a:r>
              <a:rPr lang="en-US" altLang="zh-CN" sz="1600" dirty="0">
                <a:solidFill>
                  <a:srgbClr val="8080FF"/>
                </a:solidFill>
                <a:latin typeface="LMSans8-Regular-Identity-H"/>
              </a:rPr>
              <a:t>2 </a:t>
            </a:r>
            <a:r>
              <a:rPr lang="en-US" altLang="zh-CN" dirty="0">
                <a:solidFill>
                  <a:srgbClr val="666666"/>
                </a:solidFill>
                <a:latin typeface="YaHei_Monaco-R"/>
              </a:rPr>
              <a:t>&gt;&gt;&gt; </a:t>
            </a:r>
            <a:r>
              <a:rPr lang="en-US" altLang="zh-CN" dirty="0">
                <a:solidFill>
                  <a:srgbClr val="008000"/>
                </a:solidFill>
                <a:latin typeface="YaHei_Monaco-R"/>
              </a:rPr>
              <a:t>from </a:t>
            </a:r>
            <a:r>
              <a:rPr lang="en-US" altLang="zh-CN" dirty="0" err="1">
                <a:solidFill>
                  <a:srgbClr val="0000FF"/>
                </a:solidFill>
                <a:latin typeface="YaHei_Monaco-R"/>
              </a:rPr>
              <a:t>osgeo.</a:t>
            </a:r>
            <a:r>
              <a:rPr lang="en-US" altLang="zh-CN" dirty="0" err="1" smtClean="0">
                <a:solidFill>
                  <a:srgbClr val="0000FF"/>
                </a:solidFill>
                <a:latin typeface="YaHei_Monaco-R"/>
              </a:rPr>
              <a:t>gdalconst</a:t>
            </a:r>
            <a:r>
              <a:rPr lang="en-US" altLang="zh-CN" dirty="0" smtClean="0">
                <a:solidFill>
                  <a:srgbClr val="0000FF"/>
                </a:solidFill>
                <a:latin typeface="YaHei_Monaco-R"/>
              </a:rPr>
              <a:t> </a:t>
            </a:r>
            <a:r>
              <a:rPr lang="en-US" altLang="zh-CN" dirty="0">
                <a:solidFill>
                  <a:srgbClr val="008000"/>
                </a:solidFill>
                <a:latin typeface="YaHei_Monaco-R"/>
              </a:rPr>
              <a:t>import </a:t>
            </a:r>
            <a:r>
              <a:rPr lang="en-US" altLang="zh-CN" dirty="0">
                <a:solidFill>
                  <a:srgbClr val="666666"/>
                </a:solidFill>
                <a:latin typeface="YaHei_Monaco-R"/>
              </a:rPr>
              <a:t>*</a:t>
            </a:r>
          </a:p>
          <a:p>
            <a:r>
              <a:rPr lang="en-US" altLang="zh-CN" sz="1600" dirty="0">
                <a:solidFill>
                  <a:srgbClr val="8080FF"/>
                </a:solidFill>
                <a:latin typeface="LMSans8-Regular-Identity-H"/>
              </a:rPr>
              <a:t>3 </a:t>
            </a:r>
            <a:r>
              <a:rPr lang="en-US" altLang="zh-CN" dirty="0">
                <a:solidFill>
                  <a:srgbClr val="666666"/>
                </a:solidFill>
                <a:latin typeface="YaHei_Monaco-R"/>
              </a:rPr>
              <a:t>&gt;&gt;&gt; </a:t>
            </a:r>
            <a:r>
              <a:rPr lang="en-US" altLang="zh-CN" dirty="0">
                <a:solidFill>
                  <a:srgbClr val="000000"/>
                </a:solidFill>
                <a:latin typeface="YaHei_Monaco-R"/>
              </a:rPr>
              <a:t>dataset </a:t>
            </a:r>
            <a:r>
              <a:rPr lang="en-US" altLang="zh-CN" dirty="0">
                <a:solidFill>
                  <a:srgbClr val="666666"/>
                </a:solidFill>
                <a:latin typeface="YaHei_Monaco-R"/>
              </a:rPr>
              <a:t>= </a:t>
            </a:r>
            <a:r>
              <a:rPr lang="en-US" altLang="zh-CN" dirty="0" err="1">
                <a:solidFill>
                  <a:srgbClr val="000000"/>
                </a:solidFill>
                <a:latin typeface="YaHei_Monaco-R"/>
              </a:rPr>
              <a:t>gdal</a:t>
            </a:r>
            <a:r>
              <a:rPr lang="en-US" altLang="zh-CN" dirty="0" err="1">
                <a:solidFill>
                  <a:srgbClr val="666666"/>
                </a:solidFill>
                <a:latin typeface="YaHei_Monaco-R"/>
              </a:rPr>
              <a:t>.</a:t>
            </a:r>
            <a:r>
              <a:rPr lang="en-US" altLang="zh-CN" dirty="0" err="1">
                <a:solidFill>
                  <a:srgbClr val="000000"/>
                </a:solidFill>
                <a:latin typeface="YaHei_Monaco-R"/>
              </a:rPr>
              <a:t>Open</a:t>
            </a:r>
            <a:r>
              <a:rPr lang="en-US" altLang="zh-CN" dirty="0" smtClean="0">
                <a:solidFill>
                  <a:srgbClr val="000000"/>
                </a:solidFill>
                <a:latin typeface="YaHei_Monaco-R"/>
              </a:rPr>
              <a:t>(</a:t>
            </a:r>
            <a:r>
              <a:rPr lang="en-US" altLang="zh-CN" dirty="0" smtClean="0">
                <a:solidFill>
                  <a:srgbClr val="BB2121"/>
                </a:solidFill>
                <a:latin typeface="YaHei_Monaco-R"/>
              </a:rPr>
              <a:t>"</a:t>
            </a:r>
            <a:r>
              <a:rPr lang="en-US" altLang="zh-CN" dirty="0" err="1" smtClean="0">
                <a:solidFill>
                  <a:srgbClr val="BB2121"/>
                </a:solidFill>
                <a:latin typeface="YaHei_Monaco-R"/>
              </a:rPr>
              <a:t>geotiff_file.tif</a:t>
            </a:r>
            <a:r>
              <a:rPr lang="en-US" altLang="zh-CN" dirty="0">
                <a:solidFill>
                  <a:srgbClr val="BB2121"/>
                </a:solidFill>
                <a:latin typeface="YaHei_Monaco-R"/>
              </a:rPr>
              <a:t>"</a:t>
            </a:r>
            <a:r>
              <a:rPr lang="en-US" altLang="zh-CN" dirty="0">
                <a:solidFill>
                  <a:srgbClr val="000000"/>
                </a:solidFill>
                <a:latin typeface="YaHei_Monaco-R"/>
              </a:rPr>
              <a:t>)</a:t>
            </a:r>
          </a:p>
          <a:p>
            <a:r>
              <a:rPr lang="en-US" altLang="zh-CN" sz="1600" dirty="0">
                <a:solidFill>
                  <a:srgbClr val="8080FF"/>
                </a:solidFill>
                <a:latin typeface="LMSans8-Regular-Identity-H"/>
              </a:rPr>
              <a:t>4 </a:t>
            </a:r>
            <a:r>
              <a:rPr lang="en-US" altLang="zh-CN" dirty="0">
                <a:solidFill>
                  <a:srgbClr val="666666"/>
                </a:solidFill>
                <a:latin typeface="YaHei_Monaco-R"/>
              </a:rPr>
              <a:t>&gt;&gt;&gt; </a:t>
            </a:r>
            <a:r>
              <a:rPr lang="en-US" altLang="zh-CN" dirty="0">
                <a:solidFill>
                  <a:srgbClr val="000000"/>
                </a:solidFill>
                <a:latin typeface="YaHei_Monaco-R"/>
              </a:rPr>
              <a:t>band </a:t>
            </a:r>
            <a:r>
              <a:rPr lang="en-US" altLang="zh-CN" dirty="0">
                <a:solidFill>
                  <a:srgbClr val="666666"/>
                </a:solidFill>
                <a:latin typeface="YaHei_Monaco-R"/>
              </a:rPr>
              <a:t>= </a:t>
            </a:r>
            <a:r>
              <a:rPr lang="en-US" altLang="zh-CN" dirty="0" err="1">
                <a:solidFill>
                  <a:srgbClr val="000000"/>
                </a:solidFill>
                <a:latin typeface="YaHei_Monaco-R"/>
              </a:rPr>
              <a:t>dataset</a:t>
            </a:r>
            <a:r>
              <a:rPr lang="en-US" altLang="zh-CN" dirty="0" err="1">
                <a:solidFill>
                  <a:srgbClr val="666666"/>
                </a:solidFill>
                <a:latin typeface="YaHei_Monaco-R"/>
              </a:rPr>
              <a:t>.</a:t>
            </a:r>
            <a:r>
              <a:rPr lang="en-US" altLang="zh-CN" dirty="0" err="1">
                <a:solidFill>
                  <a:srgbClr val="000000"/>
                </a:solidFill>
                <a:latin typeface="YaHei_Monaco-R"/>
              </a:rPr>
              <a:t>GetRasterBand</a:t>
            </a:r>
            <a:r>
              <a:rPr lang="en-US" altLang="zh-CN" dirty="0">
                <a:solidFill>
                  <a:srgbClr val="000000"/>
                </a:solidFill>
                <a:latin typeface="YaHei_Monaco-R"/>
              </a:rPr>
              <a:t>(</a:t>
            </a:r>
            <a:r>
              <a:rPr lang="en-US" altLang="zh-CN" dirty="0">
                <a:solidFill>
                  <a:srgbClr val="666666"/>
                </a:solidFill>
                <a:latin typeface="YaHei_Monaco-R"/>
              </a:rPr>
              <a:t>1</a:t>
            </a:r>
            <a:r>
              <a:rPr lang="en-US" altLang="zh-CN" dirty="0">
                <a:solidFill>
                  <a:srgbClr val="000000"/>
                </a:solidFill>
                <a:latin typeface="YaHei_Monaco-R"/>
              </a:rPr>
              <a:t>)</a:t>
            </a:r>
          </a:p>
          <a:p>
            <a:r>
              <a:rPr lang="en-US" altLang="zh-CN" sz="1600" dirty="0">
                <a:solidFill>
                  <a:srgbClr val="8080FF"/>
                </a:solidFill>
                <a:latin typeface="LMSans8-Regular-Identity-H"/>
              </a:rPr>
              <a:t>5 </a:t>
            </a:r>
            <a:r>
              <a:rPr lang="en-US" altLang="zh-CN" dirty="0">
                <a:solidFill>
                  <a:srgbClr val="666666"/>
                </a:solidFill>
                <a:latin typeface="YaHei_Monaco-R"/>
              </a:rPr>
              <a:t>&gt;&gt;&gt; </a:t>
            </a:r>
            <a:r>
              <a:rPr lang="en-US" altLang="zh-CN" dirty="0" err="1">
                <a:solidFill>
                  <a:srgbClr val="000000"/>
                </a:solidFill>
                <a:latin typeface="YaHei_Monaco-R"/>
              </a:rPr>
              <a:t>band</a:t>
            </a:r>
            <a:r>
              <a:rPr lang="en-US" altLang="zh-CN" dirty="0" err="1">
                <a:solidFill>
                  <a:srgbClr val="666666"/>
                </a:solidFill>
                <a:latin typeface="YaHei_Monaco-R"/>
              </a:rPr>
              <a:t>.</a:t>
            </a:r>
            <a:r>
              <a:rPr lang="en-US" altLang="zh-CN" dirty="0" err="1">
                <a:solidFill>
                  <a:srgbClr val="000000"/>
                </a:solidFill>
                <a:latin typeface="YaHei_Monaco-R"/>
              </a:rPr>
              <a:t>ReadAsArray</a:t>
            </a:r>
            <a:r>
              <a:rPr lang="en-US" altLang="zh-CN" dirty="0">
                <a:solidFill>
                  <a:srgbClr val="000000"/>
                </a:solidFill>
                <a:latin typeface="YaHei_Monaco-R"/>
              </a:rPr>
              <a:t>(</a:t>
            </a:r>
            <a:r>
              <a:rPr lang="en-US" altLang="zh-CN" dirty="0">
                <a:solidFill>
                  <a:srgbClr val="666666"/>
                </a:solidFill>
                <a:latin typeface="YaHei_Monaco-R"/>
              </a:rPr>
              <a:t>100</a:t>
            </a:r>
            <a:r>
              <a:rPr lang="en-US" altLang="zh-CN" dirty="0">
                <a:solidFill>
                  <a:srgbClr val="000000"/>
                </a:solidFill>
                <a:latin typeface="YaHei_Monaco-R"/>
              </a:rPr>
              <a:t>,</a:t>
            </a:r>
            <a:r>
              <a:rPr lang="en-US" altLang="zh-CN" dirty="0">
                <a:solidFill>
                  <a:srgbClr val="666666"/>
                </a:solidFill>
                <a:latin typeface="YaHei_Monaco-R"/>
              </a:rPr>
              <a:t>100</a:t>
            </a:r>
            <a:r>
              <a:rPr lang="en-US" altLang="zh-CN" dirty="0">
                <a:solidFill>
                  <a:srgbClr val="000000"/>
                </a:solidFill>
                <a:latin typeface="YaHei_Monaco-R"/>
              </a:rPr>
              <a:t>,</a:t>
            </a:r>
            <a:r>
              <a:rPr lang="en-US" altLang="zh-CN" dirty="0">
                <a:solidFill>
                  <a:srgbClr val="666666"/>
                </a:solidFill>
                <a:latin typeface="YaHei_Monaco-R"/>
              </a:rPr>
              <a:t>5</a:t>
            </a:r>
            <a:r>
              <a:rPr lang="en-US" altLang="zh-CN" dirty="0">
                <a:solidFill>
                  <a:srgbClr val="000000"/>
                </a:solidFill>
                <a:latin typeface="YaHei_Monaco-R"/>
              </a:rPr>
              <a:t>,</a:t>
            </a:r>
            <a:r>
              <a:rPr lang="en-US" altLang="zh-CN" dirty="0">
                <a:solidFill>
                  <a:srgbClr val="666666"/>
                </a:solidFill>
                <a:latin typeface="YaHei_Monaco-R"/>
              </a:rPr>
              <a:t>5</a:t>
            </a:r>
            <a:r>
              <a:rPr lang="en-US" altLang="zh-CN" dirty="0">
                <a:solidFill>
                  <a:srgbClr val="000000"/>
                </a:solidFill>
                <a:latin typeface="YaHei_Monaco-R"/>
              </a:rPr>
              <a:t>,</a:t>
            </a:r>
            <a:r>
              <a:rPr lang="en-US" altLang="zh-CN" dirty="0">
                <a:solidFill>
                  <a:srgbClr val="666666"/>
                </a:solidFill>
                <a:latin typeface="YaHei_Monaco-R"/>
              </a:rPr>
              <a:t>10</a:t>
            </a:r>
            <a:r>
              <a:rPr lang="en-US" altLang="zh-CN" dirty="0">
                <a:solidFill>
                  <a:srgbClr val="000000"/>
                </a:solidFill>
                <a:latin typeface="YaHei_Monaco-R"/>
              </a:rPr>
              <a:t>,</a:t>
            </a:r>
            <a:r>
              <a:rPr lang="en-US" altLang="zh-CN" dirty="0">
                <a:solidFill>
                  <a:srgbClr val="666666"/>
                </a:solidFill>
                <a:latin typeface="YaHei_Monaco-R"/>
              </a:rPr>
              <a:t>10</a:t>
            </a:r>
            <a:r>
              <a:rPr lang="en-US" altLang="zh-CN" dirty="0">
                <a:solidFill>
                  <a:srgbClr val="000000"/>
                </a:solidFill>
                <a:latin typeface="YaHei_Monaco-R"/>
              </a:rPr>
              <a:t>)</a:t>
            </a:r>
          </a:p>
          <a:p>
            <a:r>
              <a:rPr lang="en-US" altLang="zh-CN" sz="1600" dirty="0">
                <a:solidFill>
                  <a:srgbClr val="8080FF"/>
                </a:solidFill>
                <a:latin typeface="LMSans8-Regular-Identity-H"/>
              </a:rPr>
              <a:t>6 </a:t>
            </a:r>
            <a:r>
              <a:rPr lang="en-US" altLang="zh-CN" dirty="0">
                <a:solidFill>
                  <a:srgbClr val="000000"/>
                </a:solidFill>
                <a:latin typeface="YaHei_Monaco-R"/>
              </a:rPr>
              <a:t>array([[</a:t>
            </a:r>
            <a:r>
              <a:rPr lang="en-US" altLang="zh-CN" dirty="0">
                <a:solidFill>
                  <a:srgbClr val="666666"/>
                </a:solidFill>
                <a:latin typeface="YaHei_Monaco-R"/>
              </a:rPr>
              <a:t>48</a:t>
            </a:r>
            <a:r>
              <a:rPr lang="en-US" altLang="zh-CN" dirty="0">
                <a:solidFill>
                  <a:srgbClr val="000000"/>
                </a:solidFill>
                <a:latin typeface="YaHei_Monaco-R"/>
              </a:rPr>
              <a:t>, </a:t>
            </a:r>
            <a:r>
              <a:rPr lang="en-US" altLang="zh-CN" dirty="0">
                <a:solidFill>
                  <a:srgbClr val="666666"/>
                </a:solidFill>
                <a:latin typeface="YaHei_Monaco-R"/>
              </a:rPr>
              <a:t>48</a:t>
            </a:r>
            <a:r>
              <a:rPr lang="en-US" altLang="zh-CN" dirty="0">
                <a:solidFill>
                  <a:srgbClr val="000000"/>
                </a:solidFill>
                <a:latin typeface="YaHei_Monaco-R"/>
              </a:rPr>
              <a:t>, </a:t>
            </a:r>
            <a:r>
              <a:rPr lang="en-US" altLang="zh-CN" dirty="0">
                <a:solidFill>
                  <a:srgbClr val="666666"/>
                </a:solidFill>
                <a:latin typeface="YaHei_Monaco-R"/>
              </a:rPr>
              <a:t>54</a:t>
            </a:r>
            <a:r>
              <a:rPr lang="en-US" altLang="zh-CN" dirty="0">
                <a:solidFill>
                  <a:srgbClr val="000000"/>
                </a:solidFill>
                <a:latin typeface="YaHei_Monaco-R"/>
              </a:rPr>
              <a:t>, </a:t>
            </a:r>
            <a:r>
              <a:rPr lang="en-US" altLang="zh-CN" dirty="0">
                <a:solidFill>
                  <a:srgbClr val="666666"/>
                </a:solidFill>
                <a:latin typeface="YaHei_Monaco-R"/>
              </a:rPr>
              <a:t>54</a:t>
            </a:r>
            <a:r>
              <a:rPr lang="en-US" altLang="zh-CN" dirty="0">
                <a:solidFill>
                  <a:srgbClr val="000000"/>
                </a:solidFill>
                <a:latin typeface="YaHei_Monaco-R"/>
              </a:rPr>
              <a:t>, </a:t>
            </a:r>
            <a:r>
              <a:rPr lang="en-US" altLang="zh-CN" dirty="0">
                <a:solidFill>
                  <a:srgbClr val="666666"/>
                </a:solidFill>
                <a:latin typeface="YaHei_Monaco-R"/>
              </a:rPr>
              <a:t>53</a:t>
            </a:r>
            <a:r>
              <a:rPr lang="en-US" altLang="zh-CN" dirty="0">
                <a:solidFill>
                  <a:srgbClr val="000000"/>
                </a:solidFill>
                <a:latin typeface="YaHei_Monaco-R"/>
              </a:rPr>
              <a:t>, </a:t>
            </a:r>
            <a:r>
              <a:rPr lang="en-US" altLang="zh-CN" dirty="0">
                <a:solidFill>
                  <a:srgbClr val="666666"/>
                </a:solidFill>
                <a:latin typeface="YaHei_Monaco-R"/>
              </a:rPr>
              <a:t>53</a:t>
            </a:r>
            <a:r>
              <a:rPr lang="en-US" altLang="zh-CN" dirty="0">
                <a:solidFill>
                  <a:srgbClr val="000000"/>
                </a:solidFill>
                <a:latin typeface="YaHei_Monaco-R"/>
              </a:rPr>
              <a:t>, </a:t>
            </a:r>
            <a:r>
              <a:rPr lang="en-US" altLang="zh-CN" dirty="0">
                <a:solidFill>
                  <a:srgbClr val="666666"/>
                </a:solidFill>
                <a:latin typeface="YaHei_Monaco-R"/>
              </a:rPr>
              <a:t>51</a:t>
            </a:r>
            <a:r>
              <a:rPr lang="en-US" altLang="zh-CN" dirty="0">
                <a:solidFill>
                  <a:srgbClr val="000000"/>
                </a:solidFill>
                <a:latin typeface="YaHei_Monaco-R"/>
              </a:rPr>
              <a:t>, </a:t>
            </a:r>
            <a:r>
              <a:rPr lang="en-US" altLang="zh-CN" dirty="0">
                <a:solidFill>
                  <a:srgbClr val="666666"/>
                </a:solidFill>
                <a:latin typeface="YaHei_Monaco-R"/>
              </a:rPr>
              <a:t>51</a:t>
            </a:r>
            <a:r>
              <a:rPr lang="en-US" altLang="zh-CN" dirty="0">
                <a:solidFill>
                  <a:srgbClr val="000000"/>
                </a:solidFill>
                <a:latin typeface="YaHei_Monaco-R"/>
              </a:rPr>
              <a:t>, </a:t>
            </a:r>
            <a:r>
              <a:rPr lang="en-US" altLang="zh-CN" dirty="0">
                <a:solidFill>
                  <a:srgbClr val="666666"/>
                </a:solidFill>
                <a:latin typeface="YaHei_Monaco-R"/>
              </a:rPr>
              <a:t>45</a:t>
            </a:r>
            <a:r>
              <a:rPr lang="en-US" altLang="zh-CN" dirty="0">
                <a:solidFill>
                  <a:srgbClr val="000000"/>
                </a:solidFill>
                <a:latin typeface="YaHei_Monaco-R"/>
              </a:rPr>
              <a:t>, </a:t>
            </a:r>
            <a:r>
              <a:rPr lang="en-US" altLang="zh-CN" dirty="0">
                <a:solidFill>
                  <a:srgbClr val="666666"/>
                </a:solidFill>
                <a:latin typeface="YaHei_Monaco-R"/>
              </a:rPr>
              <a:t>45</a:t>
            </a:r>
            <a:r>
              <a:rPr lang="en-US" altLang="zh-CN" dirty="0">
                <a:solidFill>
                  <a:srgbClr val="000000"/>
                </a:solidFill>
                <a:latin typeface="YaHei_Monaco-R"/>
              </a:rPr>
              <a:t>],</a:t>
            </a:r>
          </a:p>
          <a:p>
            <a:r>
              <a:rPr lang="en-US" altLang="zh-CN" sz="1600" dirty="0">
                <a:solidFill>
                  <a:srgbClr val="8080FF"/>
                </a:solidFill>
                <a:latin typeface="LMSans8-Regular-Identity-H"/>
              </a:rPr>
              <a:t>7 </a:t>
            </a:r>
            <a:r>
              <a:rPr lang="en-US" altLang="zh-CN" dirty="0">
                <a:solidFill>
                  <a:srgbClr val="000000"/>
                </a:solidFill>
                <a:latin typeface="YaHei_Monaco-R"/>
              </a:rPr>
              <a:t>[</a:t>
            </a:r>
            <a:r>
              <a:rPr lang="en-US" altLang="zh-CN" dirty="0">
                <a:solidFill>
                  <a:srgbClr val="666666"/>
                </a:solidFill>
                <a:latin typeface="YaHei_Monaco-R"/>
              </a:rPr>
              <a:t>48</a:t>
            </a:r>
            <a:r>
              <a:rPr lang="en-US" altLang="zh-CN" dirty="0">
                <a:solidFill>
                  <a:srgbClr val="000000"/>
                </a:solidFill>
                <a:latin typeface="YaHei_Monaco-R"/>
              </a:rPr>
              <a:t>, </a:t>
            </a:r>
            <a:r>
              <a:rPr lang="en-US" altLang="zh-CN" dirty="0">
                <a:solidFill>
                  <a:srgbClr val="666666"/>
                </a:solidFill>
                <a:latin typeface="YaHei_Monaco-R"/>
              </a:rPr>
              <a:t>48</a:t>
            </a:r>
            <a:r>
              <a:rPr lang="en-US" altLang="zh-CN" dirty="0">
                <a:solidFill>
                  <a:srgbClr val="000000"/>
                </a:solidFill>
                <a:latin typeface="YaHei_Monaco-R"/>
              </a:rPr>
              <a:t>, </a:t>
            </a:r>
            <a:r>
              <a:rPr lang="en-US" altLang="zh-CN" dirty="0">
                <a:solidFill>
                  <a:srgbClr val="666666"/>
                </a:solidFill>
                <a:latin typeface="YaHei_Monaco-R"/>
              </a:rPr>
              <a:t>54</a:t>
            </a:r>
            <a:r>
              <a:rPr lang="en-US" altLang="zh-CN" dirty="0">
                <a:solidFill>
                  <a:srgbClr val="000000"/>
                </a:solidFill>
                <a:latin typeface="YaHei_Monaco-R"/>
              </a:rPr>
              <a:t>, </a:t>
            </a:r>
            <a:r>
              <a:rPr lang="en-US" altLang="zh-CN" dirty="0">
                <a:solidFill>
                  <a:srgbClr val="666666"/>
                </a:solidFill>
                <a:latin typeface="YaHei_Monaco-R"/>
              </a:rPr>
              <a:t>54</a:t>
            </a:r>
            <a:r>
              <a:rPr lang="en-US" altLang="zh-CN" dirty="0">
                <a:solidFill>
                  <a:srgbClr val="000000"/>
                </a:solidFill>
                <a:latin typeface="YaHei_Monaco-R"/>
              </a:rPr>
              <a:t>, </a:t>
            </a:r>
            <a:r>
              <a:rPr lang="en-US" altLang="zh-CN" dirty="0">
                <a:solidFill>
                  <a:srgbClr val="666666"/>
                </a:solidFill>
                <a:latin typeface="YaHei_Monaco-R"/>
              </a:rPr>
              <a:t>53</a:t>
            </a:r>
            <a:r>
              <a:rPr lang="en-US" altLang="zh-CN" dirty="0">
                <a:solidFill>
                  <a:srgbClr val="000000"/>
                </a:solidFill>
                <a:latin typeface="YaHei_Monaco-R"/>
              </a:rPr>
              <a:t>, </a:t>
            </a:r>
            <a:r>
              <a:rPr lang="en-US" altLang="zh-CN" dirty="0">
                <a:solidFill>
                  <a:srgbClr val="666666"/>
                </a:solidFill>
                <a:latin typeface="YaHei_Monaco-R"/>
              </a:rPr>
              <a:t>53</a:t>
            </a:r>
            <a:r>
              <a:rPr lang="en-US" altLang="zh-CN" dirty="0">
                <a:solidFill>
                  <a:srgbClr val="000000"/>
                </a:solidFill>
                <a:latin typeface="YaHei_Monaco-R"/>
              </a:rPr>
              <a:t>, </a:t>
            </a:r>
            <a:r>
              <a:rPr lang="en-US" altLang="zh-CN" dirty="0">
                <a:solidFill>
                  <a:srgbClr val="666666"/>
                </a:solidFill>
                <a:latin typeface="YaHei_Monaco-R"/>
              </a:rPr>
              <a:t>51</a:t>
            </a:r>
            <a:r>
              <a:rPr lang="en-US" altLang="zh-CN" dirty="0">
                <a:solidFill>
                  <a:srgbClr val="000000"/>
                </a:solidFill>
                <a:latin typeface="YaHei_Monaco-R"/>
              </a:rPr>
              <a:t>, </a:t>
            </a:r>
            <a:r>
              <a:rPr lang="en-US" altLang="zh-CN" dirty="0">
                <a:solidFill>
                  <a:srgbClr val="666666"/>
                </a:solidFill>
                <a:latin typeface="YaHei_Monaco-R"/>
              </a:rPr>
              <a:t>51</a:t>
            </a:r>
            <a:r>
              <a:rPr lang="en-US" altLang="zh-CN" dirty="0">
                <a:solidFill>
                  <a:srgbClr val="000000"/>
                </a:solidFill>
                <a:latin typeface="YaHei_Monaco-R"/>
              </a:rPr>
              <a:t>, </a:t>
            </a:r>
            <a:r>
              <a:rPr lang="en-US" altLang="zh-CN" dirty="0">
                <a:solidFill>
                  <a:srgbClr val="666666"/>
                </a:solidFill>
                <a:latin typeface="YaHei_Monaco-R"/>
              </a:rPr>
              <a:t>45</a:t>
            </a:r>
            <a:r>
              <a:rPr lang="en-US" altLang="zh-CN" dirty="0">
                <a:solidFill>
                  <a:srgbClr val="000000"/>
                </a:solidFill>
                <a:latin typeface="YaHei_Monaco-R"/>
              </a:rPr>
              <a:t>, </a:t>
            </a:r>
            <a:r>
              <a:rPr lang="en-US" altLang="zh-CN" dirty="0">
                <a:solidFill>
                  <a:srgbClr val="666666"/>
                </a:solidFill>
                <a:latin typeface="YaHei_Monaco-R"/>
              </a:rPr>
              <a:t>45</a:t>
            </a:r>
            <a:r>
              <a:rPr lang="en-US" altLang="zh-CN" dirty="0">
                <a:solidFill>
                  <a:srgbClr val="000000"/>
                </a:solidFill>
                <a:latin typeface="YaHei_Monaco-R"/>
              </a:rPr>
              <a:t>],</a:t>
            </a:r>
          </a:p>
          <a:p>
            <a:r>
              <a:rPr lang="en-US" altLang="zh-CN" sz="1600" dirty="0">
                <a:solidFill>
                  <a:srgbClr val="8080FF"/>
                </a:solidFill>
                <a:latin typeface="LMSans8-Regular-Identity-H"/>
              </a:rPr>
              <a:t>8 </a:t>
            </a:r>
            <a:r>
              <a:rPr lang="en-US" altLang="zh-CN" dirty="0">
                <a:solidFill>
                  <a:srgbClr val="000000"/>
                </a:solidFill>
                <a:latin typeface="YaHei_Monaco-R"/>
              </a:rPr>
              <a:t>[</a:t>
            </a:r>
            <a:r>
              <a:rPr lang="en-US" altLang="zh-CN" dirty="0">
                <a:solidFill>
                  <a:srgbClr val="666666"/>
                </a:solidFill>
                <a:latin typeface="YaHei_Monaco-R"/>
              </a:rPr>
              <a:t>32</a:t>
            </a:r>
            <a:r>
              <a:rPr lang="en-US" altLang="zh-CN" dirty="0">
                <a:solidFill>
                  <a:srgbClr val="000000"/>
                </a:solidFill>
                <a:latin typeface="YaHei_Monaco-R"/>
              </a:rPr>
              <a:t>, </a:t>
            </a:r>
            <a:r>
              <a:rPr lang="en-US" altLang="zh-CN" dirty="0">
                <a:solidFill>
                  <a:srgbClr val="666666"/>
                </a:solidFill>
                <a:latin typeface="YaHei_Monaco-R"/>
              </a:rPr>
              <a:t>32</a:t>
            </a:r>
            <a:r>
              <a:rPr lang="en-US" altLang="zh-CN" dirty="0">
                <a:solidFill>
                  <a:srgbClr val="000000"/>
                </a:solidFill>
                <a:latin typeface="YaHei_Monaco-R"/>
              </a:rPr>
              <a:t>, </a:t>
            </a:r>
            <a:r>
              <a:rPr lang="en-US" altLang="zh-CN" dirty="0">
                <a:solidFill>
                  <a:srgbClr val="666666"/>
                </a:solidFill>
                <a:latin typeface="YaHei_Monaco-R"/>
              </a:rPr>
              <a:t>40</a:t>
            </a:r>
            <a:r>
              <a:rPr lang="en-US" altLang="zh-CN" dirty="0">
                <a:solidFill>
                  <a:srgbClr val="000000"/>
                </a:solidFill>
                <a:latin typeface="YaHei_Monaco-R"/>
              </a:rPr>
              <a:t>, </a:t>
            </a:r>
            <a:r>
              <a:rPr lang="en-US" altLang="zh-CN" dirty="0">
                <a:solidFill>
                  <a:srgbClr val="666666"/>
                </a:solidFill>
                <a:latin typeface="YaHei_Monaco-R"/>
              </a:rPr>
              <a:t>40</a:t>
            </a:r>
            <a:r>
              <a:rPr lang="en-US" altLang="zh-CN" dirty="0">
                <a:solidFill>
                  <a:srgbClr val="000000"/>
                </a:solidFill>
                <a:latin typeface="YaHei_Monaco-R"/>
              </a:rPr>
              <a:t>, </a:t>
            </a:r>
            <a:r>
              <a:rPr lang="en-US" altLang="zh-CN" dirty="0">
                <a:solidFill>
                  <a:srgbClr val="666666"/>
                </a:solidFill>
                <a:latin typeface="YaHei_Monaco-R"/>
              </a:rPr>
              <a:t>45</a:t>
            </a:r>
            <a:r>
              <a:rPr lang="en-US" altLang="zh-CN" dirty="0">
                <a:solidFill>
                  <a:srgbClr val="000000"/>
                </a:solidFill>
                <a:latin typeface="YaHei_Monaco-R"/>
              </a:rPr>
              <a:t>, </a:t>
            </a:r>
            <a:r>
              <a:rPr lang="en-US" altLang="zh-CN" dirty="0">
                <a:solidFill>
                  <a:srgbClr val="666666"/>
                </a:solidFill>
                <a:latin typeface="YaHei_Monaco-R"/>
              </a:rPr>
              <a:t>45</a:t>
            </a:r>
            <a:r>
              <a:rPr lang="en-US" altLang="zh-CN" dirty="0">
                <a:solidFill>
                  <a:srgbClr val="000000"/>
                </a:solidFill>
                <a:latin typeface="YaHei_Monaco-R"/>
              </a:rPr>
              <a:t>, </a:t>
            </a:r>
            <a:r>
              <a:rPr lang="en-US" altLang="zh-CN" dirty="0">
                <a:solidFill>
                  <a:srgbClr val="666666"/>
                </a:solidFill>
                <a:latin typeface="YaHei_Monaco-R"/>
              </a:rPr>
              <a:t>46</a:t>
            </a:r>
            <a:r>
              <a:rPr lang="en-US" altLang="zh-CN" dirty="0">
                <a:solidFill>
                  <a:srgbClr val="000000"/>
                </a:solidFill>
                <a:latin typeface="YaHei_Monaco-R"/>
              </a:rPr>
              <a:t>, </a:t>
            </a:r>
            <a:r>
              <a:rPr lang="en-US" altLang="zh-CN" dirty="0">
                <a:solidFill>
                  <a:srgbClr val="666666"/>
                </a:solidFill>
                <a:latin typeface="YaHei_Monaco-R"/>
              </a:rPr>
              <a:t>46</a:t>
            </a:r>
            <a:r>
              <a:rPr lang="en-US" altLang="zh-CN" dirty="0">
                <a:solidFill>
                  <a:srgbClr val="000000"/>
                </a:solidFill>
                <a:latin typeface="YaHei_Monaco-R"/>
              </a:rPr>
              <a:t>, </a:t>
            </a:r>
            <a:r>
              <a:rPr lang="en-US" altLang="zh-CN" dirty="0">
                <a:solidFill>
                  <a:srgbClr val="666666"/>
                </a:solidFill>
                <a:latin typeface="YaHei_Monaco-R"/>
              </a:rPr>
              <a:t>44</a:t>
            </a:r>
            <a:r>
              <a:rPr lang="en-US" altLang="zh-CN" dirty="0">
                <a:solidFill>
                  <a:srgbClr val="000000"/>
                </a:solidFill>
                <a:latin typeface="YaHei_Monaco-R"/>
              </a:rPr>
              <a:t>, </a:t>
            </a:r>
            <a:r>
              <a:rPr lang="en-US" altLang="zh-CN" dirty="0">
                <a:solidFill>
                  <a:srgbClr val="666666"/>
                </a:solidFill>
                <a:latin typeface="YaHei_Monaco-R"/>
              </a:rPr>
              <a:t>44</a:t>
            </a:r>
            <a:r>
              <a:rPr lang="en-US" altLang="zh-CN" dirty="0">
                <a:solidFill>
                  <a:srgbClr val="000000"/>
                </a:solidFill>
                <a:latin typeface="YaHei_Monaco-R"/>
              </a:rPr>
              <a:t>],</a:t>
            </a:r>
          </a:p>
          <a:p>
            <a:r>
              <a:rPr lang="en-US" altLang="zh-CN" sz="1600" dirty="0">
                <a:solidFill>
                  <a:srgbClr val="8080FF"/>
                </a:solidFill>
                <a:latin typeface="LMSans8-Regular-Identity-H"/>
              </a:rPr>
              <a:t>9 </a:t>
            </a:r>
            <a:r>
              <a:rPr lang="en-US" altLang="zh-CN" dirty="0">
                <a:solidFill>
                  <a:srgbClr val="000000"/>
                </a:solidFill>
                <a:latin typeface="YaHei_Monaco-R"/>
              </a:rPr>
              <a:t>[</a:t>
            </a:r>
            <a:r>
              <a:rPr lang="en-US" altLang="zh-CN" dirty="0">
                <a:solidFill>
                  <a:srgbClr val="666666"/>
                </a:solidFill>
                <a:latin typeface="YaHei_Monaco-R"/>
              </a:rPr>
              <a:t>32</a:t>
            </a:r>
            <a:r>
              <a:rPr lang="en-US" altLang="zh-CN" dirty="0">
                <a:solidFill>
                  <a:srgbClr val="000000"/>
                </a:solidFill>
                <a:latin typeface="YaHei_Monaco-R"/>
              </a:rPr>
              <a:t>, </a:t>
            </a:r>
            <a:r>
              <a:rPr lang="en-US" altLang="zh-CN" dirty="0">
                <a:solidFill>
                  <a:srgbClr val="666666"/>
                </a:solidFill>
                <a:latin typeface="YaHei_Monaco-R"/>
              </a:rPr>
              <a:t>32</a:t>
            </a:r>
            <a:r>
              <a:rPr lang="en-US" altLang="zh-CN" dirty="0">
                <a:solidFill>
                  <a:srgbClr val="000000"/>
                </a:solidFill>
                <a:latin typeface="YaHei_Monaco-R"/>
              </a:rPr>
              <a:t>, </a:t>
            </a:r>
            <a:r>
              <a:rPr lang="en-US" altLang="zh-CN" dirty="0">
                <a:solidFill>
                  <a:srgbClr val="666666"/>
                </a:solidFill>
                <a:latin typeface="YaHei_Monaco-R"/>
              </a:rPr>
              <a:t>40</a:t>
            </a:r>
            <a:r>
              <a:rPr lang="en-US" altLang="zh-CN" dirty="0">
                <a:solidFill>
                  <a:srgbClr val="000000"/>
                </a:solidFill>
                <a:latin typeface="YaHei_Monaco-R"/>
              </a:rPr>
              <a:t>, </a:t>
            </a:r>
            <a:r>
              <a:rPr lang="en-US" altLang="zh-CN" dirty="0">
                <a:solidFill>
                  <a:srgbClr val="666666"/>
                </a:solidFill>
                <a:latin typeface="YaHei_Monaco-R"/>
              </a:rPr>
              <a:t>40</a:t>
            </a:r>
            <a:r>
              <a:rPr lang="en-US" altLang="zh-CN" dirty="0">
                <a:solidFill>
                  <a:srgbClr val="000000"/>
                </a:solidFill>
                <a:latin typeface="YaHei_Monaco-R"/>
              </a:rPr>
              <a:t>, </a:t>
            </a:r>
            <a:r>
              <a:rPr lang="en-US" altLang="zh-CN" dirty="0">
                <a:solidFill>
                  <a:srgbClr val="666666"/>
                </a:solidFill>
                <a:latin typeface="YaHei_Monaco-R"/>
              </a:rPr>
              <a:t>45</a:t>
            </a:r>
            <a:r>
              <a:rPr lang="en-US" altLang="zh-CN" dirty="0">
                <a:solidFill>
                  <a:srgbClr val="000000"/>
                </a:solidFill>
                <a:latin typeface="YaHei_Monaco-R"/>
              </a:rPr>
              <a:t>, </a:t>
            </a:r>
            <a:r>
              <a:rPr lang="en-US" altLang="zh-CN" dirty="0">
                <a:solidFill>
                  <a:srgbClr val="666666"/>
                </a:solidFill>
                <a:latin typeface="YaHei_Monaco-R"/>
              </a:rPr>
              <a:t>45</a:t>
            </a:r>
            <a:r>
              <a:rPr lang="en-US" altLang="zh-CN" dirty="0">
                <a:solidFill>
                  <a:srgbClr val="000000"/>
                </a:solidFill>
                <a:latin typeface="YaHei_Monaco-R"/>
              </a:rPr>
              <a:t>, </a:t>
            </a:r>
            <a:r>
              <a:rPr lang="en-US" altLang="zh-CN" dirty="0">
                <a:solidFill>
                  <a:srgbClr val="666666"/>
                </a:solidFill>
                <a:latin typeface="YaHei_Monaco-R"/>
              </a:rPr>
              <a:t>46</a:t>
            </a:r>
            <a:r>
              <a:rPr lang="en-US" altLang="zh-CN" dirty="0">
                <a:solidFill>
                  <a:srgbClr val="000000"/>
                </a:solidFill>
                <a:latin typeface="YaHei_Monaco-R"/>
              </a:rPr>
              <a:t>, </a:t>
            </a:r>
            <a:r>
              <a:rPr lang="en-US" altLang="zh-CN" dirty="0">
                <a:solidFill>
                  <a:srgbClr val="666666"/>
                </a:solidFill>
                <a:latin typeface="YaHei_Monaco-R"/>
              </a:rPr>
              <a:t>46</a:t>
            </a:r>
            <a:r>
              <a:rPr lang="en-US" altLang="zh-CN" dirty="0">
                <a:solidFill>
                  <a:srgbClr val="000000"/>
                </a:solidFill>
                <a:latin typeface="YaHei_Monaco-R"/>
              </a:rPr>
              <a:t>, </a:t>
            </a:r>
            <a:r>
              <a:rPr lang="en-US" altLang="zh-CN" dirty="0">
                <a:solidFill>
                  <a:srgbClr val="666666"/>
                </a:solidFill>
                <a:latin typeface="YaHei_Monaco-R"/>
              </a:rPr>
              <a:t>44</a:t>
            </a:r>
            <a:r>
              <a:rPr lang="en-US" altLang="zh-CN" dirty="0">
                <a:solidFill>
                  <a:srgbClr val="000000"/>
                </a:solidFill>
                <a:latin typeface="YaHei_Monaco-R"/>
              </a:rPr>
              <a:t>, </a:t>
            </a:r>
            <a:r>
              <a:rPr lang="en-US" altLang="zh-CN" dirty="0">
                <a:solidFill>
                  <a:srgbClr val="666666"/>
                </a:solidFill>
                <a:latin typeface="YaHei_Monaco-R"/>
              </a:rPr>
              <a:t>44</a:t>
            </a:r>
            <a:r>
              <a:rPr lang="en-US" altLang="zh-CN" dirty="0">
                <a:solidFill>
                  <a:srgbClr val="000000"/>
                </a:solidFill>
                <a:latin typeface="YaHei_Monaco-R"/>
              </a:rPr>
              <a:t>],</a:t>
            </a:r>
          </a:p>
          <a:p>
            <a:r>
              <a:rPr lang="en-US" altLang="zh-CN" sz="1600" dirty="0">
                <a:solidFill>
                  <a:srgbClr val="8080FF"/>
                </a:solidFill>
                <a:latin typeface="LMSans8-Regular-Identity-H"/>
              </a:rPr>
              <a:t>10 </a:t>
            </a:r>
            <a:r>
              <a:rPr lang="en-US" altLang="zh-CN" dirty="0">
                <a:solidFill>
                  <a:srgbClr val="000000"/>
                </a:solidFill>
                <a:latin typeface="YaHei_Monaco-R"/>
              </a:rPr>
              <a:t>[</a:t>
            </a:r>
            <a:r>
              <a:rPr lang="en-US" altLang="zh-CN" dirty="0">
                <a:solidFill>
                  <a:srgbClr val="666666"/>
                </a:solidFill>
                <a:latin typeface="YaHei_Monaco-R"/>
              </a:rPr>
              <a:t>22</a:t>
            </a:r>
            <a:r>
              <a:rPr lang="en-US" altLang="zh-CN" dirty="0">
                <a:solidFill>
                  <a:srgbClr val="000000"/>
                </a:solidFill>
                <a:latin typeface="YaHei_Monaco-R"/>
              </a:rPr>
              <a:t>, </a:t>
            </a:r>
            <a:r>
              <a:rPr lang="en-US" altLang="zh-CN" dirty="0">
                <a:solidFill>
                  <a:srgbClr val="666666"/>
                </a:solidFill>
                <a:latin typeface="YaHei_Monaco-R"/>
              </a:rPr>
              <a:t>22</a:t>
            </a:r>
            <a:r>
              <a:rPr lang="en-US" altLang="zh-CN" dirty="0">
                <a:solidFill>
                  <a:srgbClr val="000000"/>
                </a:solidFill>
                <a:latin typeface="YaHei_Monaco-R"/>
              </a:rPr>
              <a:t>, </a:t>
            </a:r>
            <a:r>
              <a:rPr lang="en-US" altLang="zh-CN" dirty="0">
                <a:solidFill>
                  <a:srgbClr val="666666"/>
                </a:solidFill>
                <a:latin typeface="YaHei_Monaco-R"/>
              </a:rPr>
              <a:t>34</a:t>
            </a:r>
            <a:r>
              <a:rPr lang="en-US" altLang="zh-CN" dirty="0">
                <a:solidFill>
                  <a:srgbClr val="000000"/>
                </a:solidFill>
                <a:latin typeface="YaHei_Monaco-R"/>
              </a:rPr>
              <a:t>, </a:t>
            </a:r>
            <a:r>
              <a:rPr lang="en-US" altLang="zh-CN" dirty="0">
                <a:solidFill>
                  <a:srgbClr val="666666"/>
                </a:solidFill>
                <a:latin typeface="YaHei_Monaco-R"/>
              </a:rPr>
              <a:t>34</a:t>
            </a:r>
            <a:r>
              <a:rPr lang="en-US" altLang="zh-CN" dirty="0">
                <a:solidFill>
                  <a:srgbClr val="000000"/>
                </a:solidFill>
                <a:latin typeface="YaHei_Monaco-R"/>
              </a:rPr>
              <a:t>, </a:t>
            </a:r>
            <a:r>
              <a:rPr lang="en-US" altLang="zh-CN" dirty="0">
                <a:solidFill>
                  <a:srgbClr val="666666"/>
                </a:solidFill>
                <a:latin typeface="YaHei_Monaco-R"/>
              </a:rPr>
              <a:t>43</a:t>
            </a:r>
            <a:r>
              <a:rPr lang="en-US" altLang="zh-CN" dirty="0">
                <a:solidFill>
                  <a:srgbClr val="000000"/>
                </a:solidFill>
                <a:latin typeface="YaHei_Monaco-R"/>
              </a:rPr>
              <a:t>, </a:t>
            </a:r>
            <a:r>
              <a:rPr lang="en-US" altLang="zh-CN" dirty="0">
                <a:solidFill>
                  <a:srgbClr val="666666"/>
                </a:solidFill>
                <a:latin typeface="YaHei_Monaco-R"/>
              </a:rPr>
              <a:t>43</a:t>
            </a:r>
            <a:r>
              <a:rPr lang="en-US" altLang="zh-CN" dirty="0">
                <a:solidFill>
                  <a:srgbClr val="000000"/>
                </a:solidFill>
                <a:latin typeface="YaHei_Monaco-R"/>
              </a:rPr>
              <a:t>, </a:t>
            </a:r>
            <a:r>
              <a:rPr lang="en-US" altLang="zh-CN" dirty="0">
                <a:solidFill>
                  <a:srgbClr val="666666"/>
                </a:solidFill>
                <a:latin typeface="YaHei_Monaco-R"/>
              </a:rPr>
              <a:t>58</a:t>
            </a:r>
            <a:r>
              <a:rPr lang="en-US" altLang="zh-CN" dirty="0">
                <a:solidFill>
                  <a:srgbClr val="000000"/>
                </a:solidFill>
                <a:latin typeface="YaHei_Monaco-R"/>
              </a:rPr>
              <a:t>, </a:t>
            </a:r>
            <a:r>
              <a:rPr lang="en-US" altLang="zh-CN" dirty="0">
                <a:solidFill>
                  <a:srgbClr val="666666"/>
                </a:solidFill>
                <a:latin typeface="YaHei_Monaco-R"/>
              </a:rPr>
              <a:t>58</a:t>
            </a:r>
            <a:r>
              <a:rPr lang="en-US" altLang="zh-CN" dirty="0">
                <a:solidFill>
                  <a:srgbClr val="000000"/>
                </a:solidFill>
                <a:latin typeface="YaHei_Monaco-R"/>
              </a:rPr>
              <a:t>, </a:t>
            </a:r>
            <a:r>
              <a:rPr lang="en-US" altLang="zh-CN" dirty="0">
                <a:solidFill>
                  <a:srgbClr val="666666"/>
                </a:solidFill>
                <a:latin typeface="YaHei_Monaco-R"/>
              </a:rPr>
              <a:t>57</a:t>
            </a:r>
            <a:r>
              <a:rPr lang="en-US" altLang="zh-CN" dirty="0">
                <a:solidFill>
                  <a:srgbClr val="000000"/>
                </a:solidFill>
                <a:latin typeface="YaHei_Monaco-R"/>
              </a:rPr>
              <a:t>, </a:t>
            </a:r>
            <a:r>
              <a:rPr lang="en-US" altLang="zh-CN" dirty="0">
                <a:solidFill>
                  <a:srgbClr val="666666"/>
                </a:solidFill>
                <a:latin typeface="YaHei_Monaco-R"/>
              </a:rPr>
              <a:t>57</a:t>
            </a:r>
            <a:r>
              <a:rPr lang="en-US" altLang="zh-CN" dirty="0">
                <a:solidFill>
                  <a:srgbClr val="000000"/>
                </a:solidFill>
                <a:latin typeface="YaHei_Monaco-R"/>
              </a:rPr>
              <a:t>],</a:t>
            </a:r>
          </a:p>
          <a:p>
            <a:r>
              <a:rPr lang="en-US" altLang="zh-CN" sz="1600" dirty="0">
                <a:solidFill>
                  <a:srgbClr val="8080FF"/>
                </a:solidFill>
                <a:latin typeface="LMSans8-Regular-Identity-H"/>
              </a:rPr>
              <a:t>11 </a:t>
            </a:r>
            <a:r>
              <a:rPr lang="en-US" altLang="zh-CN" dirty="0">
                <a:solidFill>
                  <a:srgbClr val="000000"/>
                </a:solidFill>
                <a:latin typeface="YaHei_Monaco-R"/>
              </a:rPr>
              <a:t>[</a:t>
            </a:r>
            <a:r>
              <a:rPr lang="en-US" altLang="zh-CN" dirty="0">
                <a:solidFill>
                  <a:srgbClr val="666666"/>
                </a:solidFill>
                <a:latin typeface="YaHei_Monaco-R"/>
              </a:rPr>
              <a:t>22</a:t>
            </a:r>
            <a:r>
              <a:rPr lang="en-US" altLang="zh-CN" dirty="0">
                <a:solidFill>
                  <a:srgbClr val="000000"/>
                </a:solidFill>
                <a:latin typeface="YaHei_Monaco-R"/>
              </a:rPr>
              <a:t>, </a:t>
            </a:r>
            <a:r>
              <a:rPr lang="en-US" altLang="zh-CN" dirty="0">
                <a:solidFill>
                  <a:srgbClr val="666666"/>
                </a:solidFill>
                <a:latin typeface="YaHei_Monaco-R"/>
              </a:rPr>
              <a:t>22</a:t>
            </a:r>
            <a:r>
              <a:rPr lang="en-US" altLang="zh-CN" dirty="0">
                <a:solidFill>
                  <a:srgbClr val="000000"/>
                </a:solidFill>
                <a:latin typeface="YaHei_Monaco-R"/>
              </a:rPr>
              <a:t>, </a:t>
            </a:r>
            <a:r>
              <a:rPr lang="en-US" altLang="zh-CN" dirty="0">
                <a:solidFill>
                  <a:srgbClr val="666666"/>
                </a:solidFill>
                <a:latin typeface="YaHei_Monaco-R"/>
              </a:rPr>
              <a:t>34</a:t>
            </a:r>
            <a:r>
              <a:rPr lang="en-US" altLang="zh-CN" dirty="0">
                <a:solidFill>
                  <a:srgbClr val="000000"/>
                </a:solidFill>
                <a:latin typeface="YaHei_Monaco-R"/>
              </a:rPr>
              <a:t>, </a:t>
            </a:r>
            <a:r>
              <a:rPr lang="en-US" altLang="zh-CN" dirty="0">
                <a:solidFill>
                  <a:srgbClr val="666666"/>
                </a:solidFill>
                <a:latin typeface="YaHei_Monaco-R"/>
              </a:rPr>
              <a:t>34</a:t>
            </a:r>
            <a:r>
              <a:rPr lang="en-US" altLang="zh-CN" dirty="0">
                <a:solidFill>
                  <a:srgbClr val="000000"/>
                </a:solidFill>
                <a:latin typeface="YaHei_Monaco-R"/>
              </a:rPr>
              <a:t>, </a:t>
            </a:r>
            <a:r>
              <a:rPr lang="en-US" altLang="zh-CN" dirty="0">
                <a:solidFill>
                  <a:srgbClr val="666666"/>
                </a:solidFill>
                <a:latin typeface="YaHei_Monaco-R"/>
              </a:rPr>
              <a:t>43</a:t>
            </a:r>
            <a:r>
              <a:rPr lang="en-US" altLang="zh-CN" dirty="0">
                <a:solidFill>
                  <a:srgbClr val="000000"/>
                </a:solidFill>
                <a:latin typeface="YaHei_Monaco-R"/>
              </a:rPr>
              <a:t>, </a:t>
            </a:r>
            <a:r>
              <a:rPr lang="en-US" altLang="zh-CN" dirty="0">
                <a:solidFill>
                  <a:srgbClr val="666666"/>
                </a:solidFill>
                <a:latin typeface="YaHei_Monaco-R"/>
              </a:rPr>
              <a:t>43</a:t>
            </a:r>
            <a:r>
              <a:rPr lang="en-US" altLang="zh-CN" dirty="0">
                <a:solidFill>
                  <a:srgbClr val="000000"/>
                </a:solidFill>
                <a:latin typeface="YaHei_Monaco-R"/>
              </a:rPr>
              <a:t>, </a:t>
            </a:r>
            <a:r>
              <a:rPr lang="en-US" altLang="zh-CN" dirty="0">
                <a:solidFill>
                  <a:srgbClr val="666666"/>
                </a:solidFill>
                <a:latin typeface="YaHei_Monaco-R"/>
              </a:rPr>
              <a:t>58</a:t>
            </a:r>
            <a:r>
              <a:rPr lang="en-US" altLang="zh-CN" dirty="0">
                <a:solidFill>
                  <a:srgbClr val="000000"/>
                </a:solidFill>
                <a:latin typeface="YaHei_Monaco-R"/>
              </a:rPr>
              <a:t>, </a:t>
            </a:r>
            <a:r>
              <a:rPr lang="en-US" altLang="zh-CN" dirty="0">
                <a:solidFill>
                  <a:srgbClr val="666666"/>
                </a:solidFill>
                <a:latin typeface="YaHei_Monaco-R"/>
              </a:rPr>
              <a:t>58</a:t>
            </a:r>
            <a:r>
              <a:rPr lang="en-US" altLang="zh-CN" dirty="0">
                <a:solidFill>
                  <a:srgbClr val="000000"/>
                </a:solidFill>
                <a:latin typeface="YaHei_Monaco-R"/>
              </a:rPr>
              <a:t>, </a:t>
            </a:r>
            <a:r>
              <a:rPr lang="en-US" altLang="zh-CN" dirty="0">
                <a:solidFill>
                  <a:srgbClr val="666666"/>
                </a:solidFill>
                <a:latin typeface="YaHei_Monaco-R"/>
              </a:rPr>
              <a:t>57</a:t>
            </a:r>
            <a:r>
              <a:rPr lang="en-US" altLang="zh-CN" dirty="0">
                <a:solidFill>
                  <a:srgbClr val="000000"/>
                </a:solidFill>
                <a:latin typeface="YaHei_Monaco-R"/>
              </a:rPr>
              <a:t>, </a:t>
            </a:r>
            <a:r>
              <a:rPr lang="en-US" altLang="zh-CN" dirty="0">
                <a:solidFill>
                  <a:srgbClr val="666666"/>
                </a:solidFill>
                <a:latin typeface="YaHei_Monaco-R"/>
              </a:rPr>
              <a:t>57</a:t>
            </a:r>
            <a:r>
              <a:rPr lang="en-US" altLang="zh-CN" dirty="0">
                <a:solidFill>
                  <a:srgbClr val="000000"/>
                </a:solidFill>
                <a:latin typeface="YaHei_Monaco-R"/>
              </a:rPr>
              <a:t>],</a:t>
            </a:r>
          </a:p>
          <a:p>
            <a:r>
              <a:rPr lang="en-US" altLang="zh-CN" sz="1600" dirty="0">
                <a:solidFill>
                  <a:srgbClr val="8080FF"/>
                </a:solidFill>
                <a:latin typeface="LMSans8-Regular-Identity-H"/>
              </a:rPr>
              <a:t>12 </a:t>
            </a:r>
            <a:r>
              <a:rPr lang="en-US" altLang="zh-CN" dirty="0">
                <a:solidFill>
                  <a:srgbClr val="000000"/>
                </a:solidFill>
                <a:latin typeface="YaHei_Monaco-R"/>
              </a:rPr>
              <a:t>[</a:t>
            </a:r>
            <a:r>
              <a:rPr lang="en-US" altLang="zh-CN" dirty="0">
                <a:solidFill>
                  <a:srgbClr val="666666"/>
                </a:solidFill>
                <a:latin typeface="YaHei_Monaco-R"/>
              </a:rPr>
              <a:t>39</a:t>
            </a:r>
            <a:r>
              <a:rPr lang="en-US" altLang="zh-CN" dirty="0">
                <a:solidFill>
                  <a:srgbClr val="000000"/>
                </a:solidFill>
                <a:latin typeface="YaHei_Monaco-R"/>
              </a:rPr>
              <a:t>, </a:t>
            </a:r>
            <a:r>
              <a:rPr lang="en-US" altLang="zh-CN" dirty="0">
                <a:solidFill>
                  <a:srgbClr val="666666"/>
                </a:solidFill>
                <a:latin typeface="YaHei_Monaco-R"/>
              </a:rPr>
              <a:t>39</a:t>
            </a:r>
            <a:r>
              <a:rPr lang="en-US" altLang="zh-CN" dirty="0">
                <a:solidFill>
                  <a:srgbClr val="000000"/>
                </a:solidFill>
                <a:latin typeface="YaHei_Monaco-R"/>
              </a:rPr>
              <a:t>, </a:t>
            </a:r>
            <a:r>
              <a:rPr lang="en-US" altLang="zh-CN" dirty="0">
                <a:solidFill>
                  <a:srgbClr val="666666"/>
                </a:solidFill>
                <a:latin typeface="YaHei_Monaco-R"/>
              </a:rPr>
              <a:t>52</a:t>
            </a:r>
            <a:r>
              <a:rPr lang="en-US" altLang="zh-CN" dirty="0">
                <a:solidFill>
                  <a:srgbClr val="000000"/>
                </a:solidFill>
                <a:latin typeface="YaHei_Monaco-R"/>
              </a:rPr>
              <a:t>, </a:t>
            </a:r>
            <a:r>
              <a:rPr lang="en-US" altLang="zh-CN" dirty="0">
                <a:solidFill>
                  <a:srgbClr val="666666"/>
                </a:solidFill>
                <a:latin typeface="YaHei_Monaco-R"/>
              </a:rPr>
              <a:t>52</a:t>
            </a:r>
            <a:r>
              <a:rPr lang="en-US" altLang="zh-CN" dirty="0">
                <a:solidFill>
                  <a:srgbClr val="000000"/>
                </a:solidFill>
                <a:latin typeface="YaHei_Monaco-R"/>
              </a:rPr>
              <a:t>, </a:t>
            </a:r>
            <a:r>
              <a:rPr lang="en-US" altLang="zh-CN" dirty="0">
                <a:solidFill>
                  <a:srgbClr val="666666"/>
                </a:solidFill>
                <a:latin typeface="YaHei_Monaco-R"/>
              </a:rPr>
              <a:t>56</a:t>
            </a:r>
            <a:r>
              <a:rPr lang="en-US" altLang="zh-CN" dirty="0">
                <a:solidFill>
                  <a:srgbClr val="000000"/>
                </a:solidFill>
                <a:latin typeface="YaHei_Monaco-R"/>
              </a:rPr>
              <a:t>, </a:t>
            </a:r>
            <a:r>
              <a:rPr lang="en-US" altLang="zh-CN" dirty="0">
                <a:solidFill>
                  <a:srgbClr val="666666"/>
                </a:solidFill>
                <a:latin typeface="YaHei_Monaco-R"/>
              </a:rPr>
              <a:t>56</a:t>
            </a:r>
            <a:r>
              <a:rPr lang="en-US" altLang="zh-CN" dirty="0">
                <a:solidFill>
                  <a:srgbClr val="000000"/>
                </a:solidFill>
                <a:latin typeface="YaHei_Monaco-R"/>
              </a:rPr>
              <a:t>, </a:t>
            </a:r>
            <a:r>
              <a:rPr lang="en-US" altLang="zh-CN" dirty="0">
                <a:solidFill>
                  <a:srgbClr val="666666"/>
                </a:solidFill>
                <a:latin typeface="YaHei_Monaco-R"/>
              </a:rPr>
              <a:t>56</a:t>
            </a:r>
            <a:r>
              <a:rPr lang="en-US" altLang="zh-CN" dirty="0">
                <a:solidFill>
                  <a:srgbClr val="000000"/>
                </a:solidFill>
                <a:latin typeface="YaHei_Monaco-R"/>
              </a:rPr>
              <a:t>, </a:t>
            </a:r>
            <a:r>
              <a:rPr lang="en-US" altLang="zh-CN" dirty="0">
                <a:solidFill>
                  <a:srgbClr val="666666"/>
                </a:solidFill>
                <a:latin typeface="YaHei_Monaco-R"/>
              </a:rPr>
              <a:t>56</a:t>
            </a:r>
            <a:r>
              <a:rPr lang="en-US" altLang="zh-CN" dirty="0">
                <a:solidFill>
                  <a:srgbClr val="000000"/>
                </a:solidFill>
                <a:latin typeface="YaHei_Monaco-R"/>
              </a:rPr>
              <a:t>, </a:t>
            </a:r>
            <a:r>
              <a:rPr lang="en-US" altLang="zh-CN" dirty="0">
                <a:solidFill>
                  <a:srgbClr val="666666"/>
                </a:solidFill>
                <a:latin typeface="YaHei_Monaco-R"/>
              </a:rPr>
              <a:t>49</a:t>
            </a:r>
            <a:r>
              <a:rPr lang="en-US" altLang="zh-CN" dirty="0">
                <a:solidFill>
                  <a:srgbClr val="000000"/>
                </a:solidFill>
                <a:latin typeface="YaHei_Monaco-R"/>
              </a:rPr>
              <a:t>, </a:t>
            </a:r>
            <a:r>
              <a:rPr lang="en-US" altLang="zh-CN" dirty="0">
                <a:solidFill>
                  <a:srgbClr val="666666"/>
                </a:solidFill>
                <a:latin typeface="YaHei_Monaco-R"/>
              </a:rPr>
              <a:t>49</a:t>
            </a:r>
            <a:r>
              <a:rPr lang="en-US" altLang="zh-CN" dirty="0">
                <a:solidFill>
                  <a:srgbClr val="000000"/>
                </a:solidFill>
                <a:latin typeface="YaHei_Monaco-R"/>
              </a:rPr>
              <a:t>],</a:t>
            </a:r>
          </a:p>
          <a:p>
            <a:r>
              <a:rPr lang="en-US" altLang="zh-CN" sz="1600" dirty="0">
                <a:solidFill>
                  <a:srgbClr val="8080FF"/>
                </a:solidFill>
                <a:latin typeface="LMSans8-Regular-Identity-H"/>
              </a:rPr>
              <a:t>13 </a:t>
            </a:r>
            <a:r>
              <a:rPr lang="en-US" altLang="zh-CN" dirty="0">
                <a:solidFill>
                  <a:srgbClr val="000000"/>
                </a:solidFill>
                <a:latin typeface="YaHei_Monaco-R"/>
              </a:rPr>
              <a:t>[</a:t>
            </a:r>
            <a:r>
              <a:rPr lang="en-US" altLang="zh-CN" dirty="0">
                <a:solidFill>
                  <a:srgbClr val="666666"/>
                </a:solidFill>
                <a:latin typeface="YaHei_Monaco-R"/>
              </a:rPr>
              <a:t>39</a:t>
            </a:r>
            <a:r>
              <a:rPr lang="en-US" altLang="zh-CN" dirty="0">
                <a:solidFill>
                  <a:srgbClr val="000000"/>
                </a:solidFill>
                <a:latin typeface="YaHei_Monaco-R"/>
              </a:rPr>
              <a:t>, </a:t>
            </a:r>
            <a:r>
              <a:rPr lang="en-US" altLang="zh-CN" dirty="0">
                <a:solidFill>
                  <a:srgbClr val="666666"/>
                </a:solidFill>
                <a:latin typeface="YaHei_Monaco-R"/>
              </a:rPr>
              <a:t>39</a:t>
            </a:r>
            <a:r>
              <a:rPr lang="en-US" altLang="zh-CN" dirty="0">
                <a:solidFill>
                  <a:srgbClr val="000000"/>
                </a:solidFill>
                <a:latin typeface="YaHei_Monaco-R"/>
              </a:rPr>
              <a:t>, </a:t>
            </a:r>
            <a:r>
              <a:rPr lang="en-US" altLang="zh-CN" dirty="0">
                <a:solidFill>
                  <a:srgbClr val="666666"/>
                </a:solidFill>
                <a:latin typeface="YaHei_Monaco-R"/>
              </a:rPr>
              <a:t>52</a:t>
            </a:r>
            <a:r>
              <a:rPr lang="en-US" altLang="zh-CN" dirty="0">
                <a:solidFill>
                  <a:srgbClr val="000000"/>
                </a:solidFill>
                <a:latin typeface="YaHei_Monaco-R"/>
              </a:rPr>
              <a:t>, </a:t>
            </a:r>
            <a:r>
              <a:rPr lang="en-US" altLang="zh-CN" dirty="0">
                <a:solidFill>
                  <a:srgbClr val="666666"/>
                </a:solidFill>
                <a:latin typeface="YaHei_Monaco-R"/>
              </a:rPr>
              <a:t>52</a:t>
            </a:r>
            <a:r>
              <a:rPr lang="en-US" altLang="zh-CN" dirty="0">
                <a:solidFill>
                  <a:srgbClr val="000000"/>
                </a:solidFill>
                <a:latin typeface="YaHei_Monaco-R"/>
              </a:rPr>
              <a:t>, </a:t>
            </a:r>
            <a:r>
              <a:rPr lang="en-US" altLang="zh-CN" dirty="0">
                <a:solidFill>
                  <a:srgbClr val="666666"/>
                </a:solidFill>
                <a:latin typeface="YaHei_Monaco-R"/>
              </a:rPr>
              <a:t>56</a:t>
            </a:r>
            <a:r>
              <a:rPr lang="en-US" altLang="zh-CN" dirty="0">
                <a:solidFill>
                  <a:srgbClr val="000000"/>
                </a:solidFill>
                <a:latin typeface="YaHei_Monaco-R"/>
              </a:rPr>
              <a:t>, </a:t>
            </a:r>
            <a:r>
              <a:rPr lang="en-US" altLang="zh-CN" dirty="0">
                <a:solidFill>
                  <a:srgbClr val="666666"/>
                </a:solidFill>
                <a:latin typeface="YaHei_Monaco-R"/>
              </a:rPr>
              <a:t>56</a:t>
            </a:r>
            <a:r>
              <a:rPr lang="en-US" altLang="zh-CN" dirty="0">
                <a:solidFill>
                  <a:srgbClr val="000000"/>
                </a:solidFill>
                <a:latin typeface="YaHei_Monaco-R"/>
              </a:rPr>
              <a:t>, </a:t>
            </a:r>
            <a:r>
              <a:rPr lang="en-US" altLang="zh-CN" dirty="0">
                <a:solidFill>
                  <a:srgbClr val="666666"/>
                </a:solidFill>
                <a:latin typeface="YaHei_Monaco-R"/>
              </a:rPr>
              <a:t>56</a:t>
            </a:r>
            <a:r>
              <a:rPr lang="en-US" altLang="zh-CN" dirty="0">
                <a:solidFill>
                  <a:srgbClr val="000000"/>
                </a:solidFill>
                <a:latin typeface="YaHei_Monaco-R"/>
              </a:rPr>
              <a:t>, </a:t>
            </a:r>
            <a:r>
              <a:rPr lang="en-US" altLang="zh-CN" dirty="0">
                <a:solidFill>
                  <a:srgbClr val="666666"/>
                </a:solidFill>
                <a:latin typeface="YaHei_Monaco-R"/>
              </a:rPr>
              <a:t>56</a:t>
            </a:r>
            <a:r>
              <a:rPr lang="en-US" altLang="zh-CN" dirty="0">
                <a:solidFill>
                  <a:srgbClr val="000000"/>
                </a:solidFill>
                <a:latin typeface="YaHei_Monaco-R"/>
              </a:rPr>
              <a:t>, </a:t>
            </a:r>
            <a:r>
              <a:rPr lang="en-US" altLang="zh-CN" dirty="0">
                <a:solidFill>
                  <a:srgbClr val="666666"/>
                </a:solidFill>
                <a:latin typeface="YaHei_Monaco-R"/>
              </a:rPr>
              <a:t>49</a:t>
            </a:r>
            <a:r>
              <a:rPr lang="en-US" altLang="zh-CN" dirty="0">
                <a:solidFill>
                  <a:srgbClr val="000000"/>
                </a:solidFill>
                <a:latin typeface="YaHei_Monaco-R"/>
              </a:rPr>
              <a:t>, </a:t>
            </a:r>
            <a:r>
              <a:rPr lang="en-US" altLang="zh-CN" dirty="0">
                <a:solidFill>
                  <a:srgbClr val="666666"/>
                </a:solidFill>
                <a:latin typeface="YaHei_Monaco-R"/>
              </a:rPr>
              <a:t>49</a:t>
            </a:r>
            <a:r>
              <a:rPr lang="en-US" altLang="zh-CN" dirty="0">
                <a:solidFill>
                  <a:srgbClr val="000000"/>
                </a:solidFill>
                <a:latin typeface="YaHei_Monaco-R"/>
              </a:rPr>
              <a:t>],</a:t>
            </a:r>
          </a:p>
          <a:p>
            <a:r>
              <a:rPr lang="en-US" altLang="zh-CN" sz="1600" dirty="0">
                <a:solidFill>
                  <a:srgbClr val="8080FF"/>
                </a:solidFill>
                <a:latin typeface="LMSans8-Regular-Identity-H"/>
              </a:rPr>
              <a:t>14 </a:t>
            </a:r>
            <a:r>
              <a:rPr lang="en-US" altLang="zh-CN" dirty="0">
                <a:solidFill>
                  <a:srgbClr val="000000"/>
                </a:solidFill>
                <a:latin typeface="YaHei_Monaco-R"/>
              </a:rPr>
              <a:t>[</a:t>
            </a:r>
            <a:r>
              <a:rPr lang="en-US" altLang="zh-CN" dirty="0">
                <a:solidFill>
                  <a:srgbClr val="666666"/>
                </a:solidFill>
                <a:latin typeface="YaHei_Monaco-R"/>
              </a:rPr>
              <a:t>59</a:t>
            </a:r>
            <a:r>
              <a:rPr lang="en-US" altLang="zh-CN" dirty="0">
                <a:solidFill>
                  <a:srgbClr val="000000"/>
                </a:solidFill>
                <a:latin typeface="YaHei_Monaco-R"/>
              </a:rPr>
              <a:t>, </a:t>
            </a:r>
            <a:r>
              <a:rPr lang="en-US" altLang="zh-CN" dirty="0">
                <a:solidFill>
                  <a:srgbClr val="666666"/>
                </a:solidFill>
                <a:latin typeface="YaHei_Monaco-R"/>
              </a:rPr>
              <a:t>59</a:t>
            </a:r>
            <a:r>
              <a:rPr lang="en-US" altLang="zh-CN" dirty="0">
                <a:solidFill>
                  <a:srgbClr val="000000"/>
                </a:solidFill>
                <a:latin typeface="YaHei_Monaco-R"/>
              </a:rPr>
              <a:t>, </a:t>
            </a:r>
            <a:r>
              <a:rPr lang="en-US" altLang="zh-CN" dirty="0">
                <a:solidFill>
                  <a:srgbClr val="666666"/>
                </a:solidFill>
                <a:latin typeface="YaHei_Monaco-R"/>
              </a:rPr>
              <a:t>61</a:t>
            </a:r>
            <a:r>
              <a:rPr lang="en-US" altLang="zh-CN" dirty="0">
                <a:solidFill>
                  <a:srgbClr val="000000"/>
                </a:solidFill>
                <a:latin typeface="YaHei_Monaco-R"/>
              </a:rPr>
              <a:t>, </a:t>
            </a:r>
            <a:r>
              <a:rPr lang="en-US" altLang="zh-CN" dirty="0">
                <a:solidFill>
                  <a:srgbClr val="666666"/>
                </a:solidFill>
                <a:latin typeface="YaHei_Monaco-R"/>
              </a:rPr>
              <a:t>61</a:t>
            </a:r>
            <a:r>
              <a:rPr lang="en-US" altLang="zh-CN" dirty="0">
                <a:solidFill>
                  <a:srgbClr val="000000"/>
                </a:solidFill>
                <a:latin typeface="YaHei_Monaco-R"/>
              </a:rPr>
              <a:t>, </a:t>
            </a:r>
            <a:r>
              <a:rPr lang="en-US" altLang="zh-CN" dirty="0">
                <a:solidFill>
                  <a:srgbClr val="666666"/>
                </a:solidFill>
                <a:latin typeface="YaHei_Monaco-R"/>
              </a:rPr>
              <a:t>49</a:t>
            </a:r>
            <a:r>
              <a:rPr lang="en-US" altLang="zh-CN" dirty="0">
                <a:solidFill>
                  <a:srgbClr val="000000"/>
                </a:solidFill>
                <a:latin typeface="YaHei_Monaco-R"/>
              </a:rPr>
              <a:t>, </a:t>
            </a:r>
            <a:r>
              <a:rPr lang="en-US" altLang="zh-CN" dirty="0">
                <a:solidFill>
                  <a:srgbClr val="666666"/>
                </a:solidFill>
                <a:latin typeface="YaHei_Monaco-R"/>
              </a:rPr>
              <a:t>49</a:t>
            </a:r>
            <a:r>
              <a:rPr lang="en-US" altLang="zh-CN" dirty="0">
                <a:solidFill>
                  <a:srgbClr val="000000"/>
                </a:solidFill>
                <a:latin typeface="YaHei_Monaco-R"/>
              </a:rPr>
              <a:t>, </a:t>
            </a:r>
            <a:r>
              <a:rPr lang="en-US" altLang="zh-CN" dirty="0">
                <a:solidFill>
                  <a:srgbClr val="666666"/>
                </a:solidFill>
                <a:latin typeface="YaHei_Monaco-R"/>
              </a:rPr>
              <a:t>42</a:t>
            </a:r>
            <a:r>
              <a:rPr lang="en-US" altLang="zh-CN" dirty="0">
                <a:solidFill>
                  <a:srgbClr val="000000"/>
                </a:solidFill>
                <a:latin typeface="YaHei_Monaco-R"/>
              </a:rPr>
              <a:t>, </a:t>
            </a:r>
            <a:r>
              <a:rPr lang="en-US" altLang="zh-CN" dirty="0">
                <a:solidFill>
                  <a:srgbClr val="666666"/>
                </a:solidFill>
                <a:latin typeface="YaHei_Monaco-R"/>
              </a:rPr>
              <a:t>42</a:t>
            </a:r>
            <a:r>
              <a:rPr lang="en-US" altLang="zh-CN" dirty="0">
                <a:solidFill>
                  <a:srgbClr val="000000"/>
                </a:solidFill>
                <a:latin typeface="YaHei_Monaco-R"/>
              </a:rPr>
              <a:t>, </a:t>
            </a:r>
            <a:r>
              <a:rPr lang="en-US" altLang="zh-CN" dirty="0">
                <a:solidFill>
                  <a:srgbClr val="666666"/>
                </a:solidFill>
                <a:latin typeface="YaHei_Monaco-R"/>
              </a:rPr>
              <a:t>39</a:t>
            </a:r>
            <a:r>
              <a:rPr lang="en-US" altLang="zh-CN" dirty="0">
                <a:solidFill>
                  <a:srgbClr val="000000"/>
                </a:solidFill>
                <a:latin typeface="YaHei_Monaco-R"/>
              </a:rPr>
              <a:t>, </a:t>
            </a:r>
            <a:r>
              <a:rPr lang="en-US" altLang="zh-CN" dirty="0">
                <a:solidFill>
                  <a:srgbClr val="666666"/>
                </a:solidFill>
                <a:latin typeface="YaHei_Monaco-R"/>
              </a:rPr>
              <a:t>39</a:t>
            </a:r>
            <a:r>
              <a:rPr lang="en-US" altLang="zh-CN" dirty="0">
                <a:solidFill>
                  <a:srgbClr val="000000"/>
                </a:solidFill>
                <a:latin typeface="YaHei_Monaco-R"/>
              </a:rPr>
              <a:t>],</a:t>
            </a:r>
          </a:p>
          <a:p>
            <a:r>
              <a:rPr lang="nl-NL" altLang="zh-CN" sz="1600" dirty="0">
                <a:solidFill>
                  <a:srgbClr val="8080FF"/>
                </a:solidFill>
                <a:latin typeface="LMSans8-Regular-Identity-H"/>
              </a:rPr>
              <a:t>15 </a:t>
            </a:r>
            <a:r>
              <a:rPr lang="nl-NL" altLang="zh-CN" dirty="0">
                <a:solidFill>
                  <a:srgbClr val="000000"/>
                </a:solidFill>
                <a:latin typeface="YaHei_Monaco-R"/>
              </a:rPr>
              <a:t>[</a:t>
            </a:r>
            <a:r>
              <a:rPr lang="nl-NL" altLang="zh-CN" dirty="0">
                <a:solidFill>
                  <a:srgbClr val="666666"/>
                </a:solidFill>
                <a:latin typeface="YaHei_Monaco-R"/>
              </a:rPr>
              <a:t>59</a:t>
            </a:r>
            <a:r>
              <a:rPr lang="nl-NL" altLang="zh-CN" dirty="0">
                <a:solidFill>
                  <a:srgbClr val="000000"/>
                </a:solidFill>
                <a:latin typeface="YaHei_Monaco-R"/>
              </a:rPr>
              <a:t>, </a:t>
            </a:r>
            <a:r>
              <a:rPr lang="nl-NL" altLang="zh-CN" dirty="0">
                <a:solidFill>
                  <a:srgbClr val="666666"/>
                </a:solidFill>
                <a:latin typeface="YaHei_Monaco-R"/>
              </a:rPr>
              <a:t>59</a:t>
            </a:r>
            <a:r>
              <a:rPr lang="nl-NL" altLang="zh-CN" dirty="0">
                <a:solidFill>
                  <a:srgbClr val="000000"/>
                </a:solidFill>
                <a:latin typeface="YaHei_Monaco-R"/>
              </a:rPr>
              <a:t>, </a:t>
            </a:r>
            <a:r>
              <a:rPr lang="nl-NL" altLang="zh-CN" dirty="0">
                <a:solidFill>
                  <a:srgbClr val="666666"/>
                </a:solidFill>
                <a:latin typeface="YaHei_Monaco-R"/>
              </a:rPr>
              <a:t>61</a:t>
            </a:r>
            <a:r>
              <a:rPr lang="nl-NL" altLang="zh-CN" dirty="0">
                <a:solidFill>
                  <a:srgbClr val="000000"/>
                </a:solidFill>
                <a:latin typeface="YaHei_Monaco-R"/>
              </a:rPr>
              <a:t>, </a:t>
            </a:r>
            <a:r>
              <a:rPr lang="nl-NL" altLang="zh-CN" dirty="0">
                <a:solidFill>
                  <a:srgbClr val="666666"/>
                </a:solidFill>
                <a:latin typeface="YaHei_Monaco-R"/>
              </a:rPr>
              <a:t>61</a:t>
            </a:r>
            <a:r>
              <a:rPr lang="nl-NL" altLang="zh-CN" dirty="0">
                <a:solidFill>
                  <a:srgbClr val="000000"/>
                </a:solidFill>
                <a:latin typeface="YaHei_Monaco-R"/>
              </a:rPr>
              <a:t>, </a:t>
            </a:r>
            <a:r>
              <a:rPr lang="nl-NL" altLang="zh-CN" dirty="0">
                <a:solidFill>
                  <a:srgbClr val="666666"/>
                </a:solidFill>
                <a:latin typeface="YaHei_Monaco-R"/>
              </a:rPr>
              <a:t>49</a:t>
            </a:r>
            <a:r>
              <a:rPr lang="nl-NL" altLang="zh-CN" dirty="0">
                <a:solidFill>
                  <a:srgbClr val="000000"/>
                </a:solidFill>
                <a:latin typeface="YaHei_Monaco-R"/>
              </a:rPr>
              <a:t>, </a:t>
            </a:r>
            <a:r>
              <a:rPr lang="nl-NL" altLang="zh-CN" dirty="0">
                <a:solidFill>
                  <a:srgbClr val="666666"/>
                </a:solidFill>
                <a:latin typeface="YaHei_Monaco-R"/>
              </a:rPr>
              <a:t>49</a:t>
            </a:r>
            <a:r>
              <a:rPr lang="nl-NL" altLang="zh-CN" dirty="0">
                <a:solidFill>
                  <a:srgbClr val="000000"/>
                </a:solidFill>
                <a:latin typeface="YaHei_Monaco-R"/>
              </a:rPr>
              <a:t>, </a:t>
            </a:r>
            <a:r>
              <a:rPr lang="nl-NL" altLang="zh-CN" dirty="0">
                <a:solidFill>
                  <a:srgbClr val="666666"/>
                </a:solidFill>
                <a:latin typeface="YaHei_Monaco-R"/>
              </a:rPr>
              <a:t>42</a:t>
            </a:r>
            <a:r>
              <a:rPr lang="nl-NL" altLang="zh-CN" dirty="0">
                <a:solidFill>
                  <a:srgbClr val="000000"/>
                </a:solidFill>
                <a:latin typeface="YaHei_Monaco-R"/>
              </a:rPr>
              <a:t>, </a:t>
            </a:r>
            <a:r>
              <a:rPr lang="nl-NL" altLang="zh-CN" dirty="0">
                <a:solidFill>
                  <a:srgbClr val="666666"/>
                </a:solidFill>
                <a:latin typeface="YaHei_Monaco-R"/>
              </a:rPr>
              <a:t>42</a:t>
            </a:r>
            <a:r>
              <a:rPr lang="nl-NL" altLang="zh-CN" dirty="0">
                <a:solidFill>
                  <a:srgbClr val="000000"/>
                </a:solidFill>
                <a:latin typeface="YaHei_Monaco-R"/>
              </a:rPr>
              <a:t>, </a:t>
            </a:r>
            <a:r>
              <a:rPr lang="nl-NL" altLang="zh-CN" dirty="0">
                <a:solidFill>
                  <a:srgbClr val="666666"/>
                </a:solidFill>
                <a:latin typeface="YaHei_Monaco-R"/>
              </a:rPr>
              <a:t>39</a:t>
            </a:r>
            <a:r>
              <a:rPr lang="nl-NL" altLang="zh-CN" dirty="0">
                <a:solidFill>
                  <a:srgbClr val="000000"/>
                </a:solidFill>
                <a:latin typeface="YaHei_Monaco-R"/>
              </a:rPr>
              <a:t>, </a:t>
            </a:r>
            <a:r>
              <a:rPr lang="nl-NL" altLang="zh-CN" dirty="0">
                <a:solidFill>
                  <a:srgbClr val="666666"/>
                </a:solidFill>
                <a:latin typeface="YaHei_Monaco-R"/>
              </a:rPr>
              <a:t>39</a:t>
            </a:r>
            <a:r>
              <a:rPr lang="nl-NL" altLang="zh-CN" dirty="0">
                <a:solidFill>
                  <a:srgbClr val="000000"/>
                </a:solidFill>
                <a:latin typeface="YaHei_Monaco-R"/>
              </a:rPr>
              <a:t>]], dtype</a:t>
            </a:r>
            <a:r>
              <a:rPr lang="nl-NL" altLang="zh-CN" dirty="0">
                <a:solidFill>
                  <a:srgbClr val="666666"/>
                </a:solidFill>
                <a:latin typeface="YaHei_Monaco-R"/>
              </a:rPr>
              <a:t>=</a:t>
            </a:r>
            <a:r>
              <a:rPr lang="nl-NL" altLang="zh-CN" dirty="0">
                <a:solidFill>
                  <a:srgbClr val="000000"/>
                </a:solidFill>
                <a:latin typeface="YaHei_Monaco-R"/>
              </a:rPr>
              <a:t>uint8)</a:t>
            </a:r>
            <a:endParaRPr lang="zh-CN" altLang="en-US" dirty="0"/>
          </a:p>
        </p:txBody>
      </p:sp>
      <p:sp>
        <p:nvSpPr>
          <p:cNvPr id="5" name="内容占位符 2"/>
          <p:cNvSpPr>
            <a:spLocks noGrp="1"/>
          </p:cNvSpPr>
          <p:nvPr>
            <p:ph idx="1"/>
          </p:nvPr>
        </p:nvSpPr>
        <p:spPr>
          <a:xfrm>
            <a:off x="1341119" y="5454768"/>
            <a:ext cx="10619559" cy="1346082"/>
          </a:xfrm>
        </p:spPr>
        <p:txBody>
          <a:bodyPr>
            <a:normAutofit fontScale="92500" lnSpcReduction="10000"/>
          </a:bodyPr>
          <a:lstStyle/>
          <a:p>
            <a:pPr marL="0" indent="0">
              <a:lnSpc>
                <a:spcPct val="100000"/>
              </a:lnSpc>
              <a:buNone/>
            </a:pPr>
            <a:r>
              <a:rPr lang="en-US" altLang="zh-CN" sz="2400" dirty="0" err="1" smtClean="0"/>
              <a:t>ReadAsArray</a:t>
            </a:r>
            <a:r>
              <a:rPr lang="en-US" altLang="zh-CN" sz="2400" dirty="0"/>
              <a:t>() </a:t>
            </a:r>
            <a:r>
              <a:rPr lang="zh-CN" altLang="en-US" sz="2400" dirty="0" smtClean="0"/>
              <a:t>参数：</a:t>
            </a:r>
            <a:r>
              <a:rPr lang="zh-CN" altLang="en-US" sz="2400" b="1" dirty="0" smtClean="0">
                <a:solidFill>
                  <a:srgbClr val="FF0000"/>
                </a:solidFill>
              </a:rPr>
              <a:t>前两个</a:t>
            </a:r>
            <a:r>
              <a:rPr lang="en-US" altLang="zh-CN" sz="2400" b="1" dirty="0" smtClean="0">
                <a:solidFill>
                  <a:srgbClr val="FF0000"/>
                </a:solidFill>
              </a:rPr>
              <a:t>100</a:t>
            </a:r>
            <a:r>
              <a:rPr lang="zh-CN" altLang="en-US" sz="2400" b="1" dirty="0" smtClean="0">
                <a:solidFill>
                  <a:srgbClr val="FF0000"/>
                </a:solidFill>
              </a:rPr>
              <a:t>是取值窗口左上角在影像中所处像元的</a:t>
            </a:r>
            <a:r>
              <a:rPr lang="en-US" altLang="zh-CN" sz="2400" b="1" dirty="0" smtClean="0">
                <a:solidFill>
                  <a:srgbClr val="FF0000"/>
                </a:solidFill>
              </a:rPr>
              <a:t>(</a:t>
            </a:r>
            <a:r>
              <a:rPr lang="en-US" altLang="zh-CN" sz="2400" b="1" dirty="0" err="1" smtClean="0">
                <a:solidFill>
                  <a:srgbClr val="FF0000"/>
                </a:solidFill>
              </a:rPr>
              <a:t>x,y</a:t>
            </a:r>
            <a:r>
              <a:rPr lang="en-US" altLang="zh-CN" sz="2400" b="1" dirty="0" smtClean="0">
                <a:solidFill>
                  <a:srgbClr val="FF0000"/>
                </a:solidFill>
              </a:rPr>
              <a:t>)</a:t>
            </a:r>
            <a:r>
              <a:rPr lang="zh-CN" altLang="en-US" sz="2400" b="1" dirty="0" smtClean="0">
                <a:solidFill>
                  <a:srgbClr val="FF0000"/>
                </a:solidFill>
              </a:rPr>
              <a:t>位置，</a:t>
            </a:r>
            <a:endParaRPr lang="en-US" altLang="zh-CN" sz="2400" b="1" dirty="0" smtClean="0">
              <a:solidFill>
                <a:srgbClr val="FF0000"/>
              </a:solidFill>
            </a:endParaRPr>
          </a:p>
          <a:p>
            <a:pPr marL="0" indent="0">
              <a:lnSpc>
                <a:spcPct val="100000"/>
              </a:lnSpc>
              <a:buNone/>
            </a:pPr>
            <a:r>
              <a:rPr lang="zh-CN" altLang="en-US" sz="2400" b="1" dirty="0" smtClean="0">
                <a:solidFill>
                  <a:srgbClr val="FF0000"/>
                </a:solidFill>
              </a:rPr>
              <a:t>第三</a:t>
            </a:r>
            <a:r>
              <a:rPr lang="zh-CN" altLang="en-US" sz="2400" b="1" dirty="0">
                <a:solidFill>
                  <a:srgbClr val="FF0000"/>
                </a:solidFill>
              </a:rPr>
              <a:t>、</a:t>
            </a:r>
            <a:r>
              <a:rPr lang="zh-CN" altLang="en-US" sz="2400" b="1" dirty="0" smtClean="0">
                <a:solidFill>
                  <a:srgbClr val="FF0000"/>
                </a:solidFill>
              </a:rPr>
              <a:t>四个参数是取值窗口覆盖的区域大小；</a:t>
            </a:r>
            <a:endParaRPr lang="en-US" altLang="zh-CN" sz="2400" b="1" dirty="0" smtClean="0">
              <a:solidFill>
                <a:srgbClr val="FF0000"/>
              </a:solidFill>
            </a:endParaRPr>
          </a:p>
          <a:p>
            <a:pPr marL="0" indent="0">
              <a:lnSpc>
                <a:spcPct val="100000"/>
              </a:lnSpc>
              <a:buNone/>
            </a:pPr>
            <a:r>
              <a:rPr lang="zh-CN" altLang="en-US" sz="2400" b="1" dirty="0" smtClean="0">
                <a:solidFill>
                  <a:srgbClr val="FF0000"/>
                </a:solidFill>
              </a:rPr>
              <a:t>第五、六个参数是取出数组进行缩放后数组的大小</a:t>
            </a:r>
            <a:r>
              <a:rPr lang="zh-CN" altLang="en-US" sz="2400" dirty="0" smtClean="0"/>
              <a:t>。</a:t>
            </a:r>
            <a:endParaRPr lang="en-US" altLang="zh-CN" sz="2400" dirty="0"/>
          </a:p>
        </p:txBody>
      </p:sp>
    </p:spTree>
    <p:extLst>
      <p:ext uri="{BB962C8B-B14F-4D97-AF65-F5344CB8AC3E}">
        <p14:creationId xmlns:p14="http://schemas.microsoft.com/office/powerpoint/2010/main" val="3903960439"/>
      </p:ext>
    </p:extLst>
  </p:cSld>
  <p:clrMapOvr>
    <a:masterClrMapping/>
  </p:clrMapOvr>
  <p:transition spd="slow"/>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标题 1"/>
          <p:cNvSpPr txBox="1">
            <a:spLocks/>
          </p:cNvSpPr>
          <p:nvPr/>
        </p:nvSpPr>
        <p:spPr>
          <a:xfrm>
            <a:off x="838200" y="148859"/>
            <a:ext cx="11353800" cy="714357"/>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lang="zh-CN" altLang="en-US" sz="4000" b="1" dirty="0" smtClean="0">
                <a:solidFill>
                  <a:srgbClr val="FFFFFF"/>
                </a:solidFill>
                <a:latin typeface="微软雅黑" panose="020B0503020204020204" pitchFamily="34" charset="-122"/>
                <a:ea typeface="微软雅黑" panose="020B0503020204020204" pitchFamily="34" charset="-122"/>
              </a:rPr>
              <a:t>更有效率的读取</a:t>
            </a:r>
            <a:endParaRPr kumimoji="0" lang="zh-CN" altLang="en-US" sz="4000" b="1" i="0" u="none" strike="noStrike" kern="120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j-cs"/>
            </a:endParaRPr>
          </a:p>
        </p:txBody>
      </p:sp>
      <p:sp>
        <p:nvSpPr>
          <p:cNvPr id="5" name="内容占位符 2"/>
          <p:cNvSpPr>
            <a:spLocks noGrp="1"/>
          </p:cNvSpPr>
          <p:nvPr>
            <p:ph idx="1"/>
          </p:nvPr>
        </p:nvSpPr>
        <p:spPr>
          <a:xfrm>
            <a:off x="1207008" y="1252727"/>
            <a:ext cx="9930384" cy="5093209"/>
          </a:xfrm>
        </p:spPr>
        <p:txBody>
          <a:bodyPr>
            <a:normAutofit lnSpcReduction="10000"/>
          </a:bodyPr>
          <a:lstStyle/>
          <a:p>
            <a:pPr>
              <a:lnSpc>
                <a:spcPct val="110000"/>
              </a:lnSpc>
            </a:pPr>
            <a:r>
              <a:rPr lang="zh-CN" altLang="en-US" dirty="0" smtClean="0"/>
              <a:t>当采用</a:t>
            </a:r>
            <a:r>
              <a:rPr lang="en-US" altLang="zh-CN" dirty="0" err="1" smtClean="0"/>
              <a:t>ReadAsArray</a:t>
            </a:r>
            <a:r>
              <a:rPr lang="zh-CN" altLang="en-US" dirty="0" smtClean="0"/>
              <a:t>时</a:t>
            </a:r>
            <a:endParaRPr lang="en-US" altLang="zh-CN" dirty="0" smtClean="0"/>
          </a:p>
          <a:p>
            <a:pPr>
              <a:lnSpc>
                <a:spcPct val="110000"/>
              </a:lnSpc>
            </a:pPr>
            <a:r>
              <a:rPr lang="en-US" altLang="zh-CN" dirty="0" smtClean="0"/>
              <a:t>1</a:t>
            </a:r>
            <a:r>
              <a:rPr lang="zh-CN" altLang="en-US" dirty="0" smtClean="0"/>
              <a:t>）避免一次读取一个像素，除非是需要只读取某个像素</a:t>
            </a:r>
            <a:endParaRPr lang="en-US" altLang="zh-CN" dirty="0" smtClean="0"/>
          </a:p>
          <a:p>
            <a:pPr>
              <a:lnSpc>
                <a:spcPct val="110000"/>
              </a:lnSpc>
            </a:pPr>
            <a:r>
              <a:rPr lang="en-US" altLang="zh-CN" dirty="0" smtClean="0"/>
              <a:t>2</a:t>
            </a:r>
            <a:r>
              <a:rPr lang="zh-CN" altLang="en-US" dirty="0" smtClean="0"/>
              <a:t>）对于读取整个图像是十分有效的</a:t>
            </a:r>
            <a:r>
              <a:rPr lang="zh-CN" altLang="en-US" dirty="0" smtClean="0"/>
              <a:t>，尤其适用于大型栅格，但可进一步优化（</a:t>
            </a:r>
            <a:r>
              <a:rPr lang="zh-CN" altLang="en-US" dirty="0" smtClean="0"/>
              <a:t>可能还会遇到内存不够的情况</a:t>
            </a:r>
            <a:r>
              <a:rPr lang="zh-CN" altLang="en-US" dirty="0" smtClean="0"/>
              <a:t>），比如内存映射，多线程读取等方式。</a:t>
            </a:r>
            <a:endParaRPr lang="en-US" altLang="zh-CN" dirty="0" smtClean="0"/>
          </a:p>
          <a:p>
            <a:pPr>
              <a:lnSpc>
                <a:spcPct val="110000"/>
              </a:lnSpc>
            </a:pPr>
            <a:endParaRPr lang="en-US" altLang="zh-CN" dirty="0"/>
          </a:p>
          <a:p>
            <a:pPr>
              <a:lnSpc>
                <a:spcPct val="110000"/>
              </a:lnSpc>
            </a:pPr>
            <a:r>
              <a:rPr lang="zh-CN" altLang="en-US" dirty="0" smtClean="0"/>
              <a:t>最有效的方法读取栅格数据是</a:t>
            </a:r>
            <a:r>
              <a:rPr lang="zh-CN" altLang="en-US" b="1" dirty="0" smtClean="0">
                <a:solidFill>
                  <a:srgbClr val="FF0000"/>
                </a:solidFill>
              </a:rPr>
              <a:t>按块读取</a:t>
            </a:r>
            <a:r>
              <a:rPr lang="zh-CN" altLang="en-US" dirty="0" smtClean="0"/>
              <a:t>，但是</a:t>
            </a:r>
            <a:r>
              <a:rPr lang="zh-CN" altLang="en-US" b="1" dirty="0" smtClean="0">
                <a:solidFill>
                  <a:srgbClr val="FF0000"/>
                </a:solidFill>
              </a:rPr>
              <a:t>块的大小总是未知</a:t>
            </a:r>
            <a:r>
              <a:rPr lang="zh-CN" altLang="en-US" b="1" dirty="0" smtClean="0">
                <a:solidFill>
                  <a:srgbClr val="FF0000"/>
                </a:solidFill>
              </a:rPr>
              <a:t>的。</a:t>
            </a:r>
            <a:r>
              <a:rPr lang="zh-CN" altLang="en-US" dirty="0"/>
              <a:t>比如很多 </a:t>
            </a:r>
            <a:r>
              <a:rPr lang="en-US" altLang="zh-CN" dirty="0" err="1"/>
              <a:t>GeoTIFF</a:t>
            </a:r>
            <a:r>
              <a:rPr lang="en-US" altLang="zh-CN" dirty="0"/>
              <a:t> </a:t>
            </a:r>
            <a:r>
              <a:rPr lang="zh-CN" altLang="en-US" dirty="0"/>
              <a:t>文件是按 </a:t>
            </a:r>
            <a:r>
              <a:rPr lang="en-US" altLang="zh-CN" dirty="0"/>
              <a:t>256x256 </a:t>
            </a:r>
            <a:r>
              <a:rPr lang="zh-CN" altLang="en-US" dirty="0"/>
              <a:t>或 </a:t>
            </a:r>
            <a:r>
              <a:rPr lang="en-US" altLang="zh-CN" dirty="0"/>
              <a:t>512x512 </a:t>
            </a:r>
            <a:r>
              <a:rPr lang="zh-CN" altLang="en-US" dirty="0"/>
              <a:t>的块存储的。按块读取可以提高效率，因为符合数据在磁盘上的存储方式，减少 </a:t>
            </a:r>
            <a:r>
              <a:rPr lang="en-US" altLang="zh-CN" dirty="0"/>
              <a:t>I/O </a:t>
            </a:r>
            <a:r>
              <a:rPr lang="zh-CN" altLang="en-US" dirty="0"/>
              <a:t>操作。</a:t>
            </a:r>
            <a:endParaRPr lang="en-US" altLang="zh-CN" b="1" dirty="0" smtClean="0">
              <a:solidFill>
                <a:srgbClr val="FF0000"/>
              </a:solidFill>
            </a:endParaRPr>
          </a:p>
          <a:p>
            <a:pPr>
              <a:lnSpc>
                <a:spcPct val="110000"/>
              </a:lnSpc>
            </a:pPr>
            <a:endParaRPr lang="en-US" altLang="zh-CN" dirty="0"/>
          </a:p>
        </p:txBody>
      </p:sp>
    </p:spTree>
    <p:extLst>
      <p:ext uri="{BB962C8B-B14F-4D97-AF65-F5344CB8AC3E}">
        <p14:creationId xmlns:p14="http://schemas.microsoft.com/office/powerpoint/2010/main" val="2008401627"/>
      </p:ext>
    </p:extLst>
  </p:cSld>
  <p:clrMapOvr>
    <a:masterClrMapping/>
  </p:clrMapOvr>
  <p:transition spd="slow"/>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标题 1"/>
          <p:cNvSpPr txBox="1">
            <a:spLocks/>
          </p:cNvSpPr>
          <p:nvPr/>
        </p:nvSpPr>
        <p:spPr>
          <a:xfrm>
            <a:off x="838200" y="148859"/>
            <a:ext cx="11353800" cy="714357"/>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lang="zh-CN" altLang="en-US" sz="4000" b="1" dirty="0" smtClean="0">
                <a:solidFill>
                  <a:srgbClr val="FFFFFF"/>
                </a:solidFill>
                <a:latin typeface="微软雅黑" panose="020B0503020204020204" pitchFamily="34" charset="-122"/>
                <a:ea typeface="微软雅黑" panose="020B0503020204020204" pitchFamily="34" charset="-122"/>
              </a:rPr>
              <a:t>更有效率的读取</a:t>
            </a:r>
            <a:endParaRPr kumimoji="0" lang="zh-CN" altLang="en-US" sz="4000" b="1" i="0" u="none" strike="noStrike" kern="120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j-cs"/>
            </a:endParaRPr>
          </a:p>
        </p:txBody>
      </p:sp>
      <p:sp>
        <p:nvSpPr>
          <p:cNvPr id="5" name="内容占位符 2"/>
          <p:cNvSpPr>
            <a:spLocks noGrp="1"/>
          </p:cNvSpPr>
          <p:nvPr>
            <p:ph idx="1"/>
          </p:nvPr>
        </p:nvSpPr>
        <p:spPr>
          <a:xfrm>
            <a:off x="1207008" y="1252727"/>
            <a:ext cx="9930384" cy="5093209"/>
          </a:xfrm>
        </p:spPr>
        <p:txBody>
          <a:bodyPr>
            <a:normAutofit fontScale="92500"/>
          </a:bodyPr>
          <a:lstStyle/>
          <a:p>
            <a:pPr>
              <a:lnSpc>
                <a:spcPct val="110000"/>
              </a:lnSpc>
            </a:pPr>
            <a:r>
              <a:rPr lang="zh-CN" altLang="en-US" dirty="0"/>
              <a:t>栅格的块大小（</a:t>
            </a:r>
            <a:r>
              <a:rPr lang="en-US" altLang="zh-CN" dirty="0"/>
              <a:t>tile size</a:t>
            </a:r>
            <a:r>
              <a:rPr lang="zh-CN" altLang="en-US" dirty="0"/>
              <a:t>）在不同文件中可能不同，但 </a:t>
            </a:r>
            <a:r>
              <a:rPr lang="en-US" altLang="zh-CN" dirty="0"/>
              <a:t>GDAL </a:t>
            </a:r>
            <a:r>
              <a:rPr lang="zh-CN" altLang="en-US" dirty="0"/>
              <a:t>提供了直接获取块大小的方法，无需 “猜测”</a:t>
            </a:r>
            <a:r>
              <a:rPr lang="zh-CN" altLang="en-US" dirty="0" smtClean="0"/>
              <a:t>。</a:t>
            </a:r>
            <a:r>
              <a:rPr lang="zh-CN" altLang="en-US" b="1" dirty="0" smtClean="0"/>
              <a:t>按</a:t>
            </a:r>
            <a:r>
              <a:rPr lang="zh-CN" altLang="en-US" b="1" dirty="0"/>
              <a:t>块读取的高效实现</a:t>
            </a:r>
            <a:r>
              <a:rPr lang="zh-CN" altLang="en-US" b="1" dirty="0" smtClean="0"/>
              <a:t>方案</a:t>
            </a:r>
            <a:r>
              <a:rPr lang="zh-CN" altLang="en-US" dirty="0"/>
              <a:t>的</a:t>
            </a:r>
            <a:r>
              <a:rPr lang="zh-CN" altLang="en-US" dirty="0" smtClean="0"/>
              <a:t>核心</a:t>
            </a:r>
            <a:r>
              <a:rPr lang="zh-CN" altLang="en-US" dirty="0"/>
              <a:t>是</a:t>
            </a:r>
            <a:r>
              <a:rPr lang="zh-CN" altLang="en-US" dirty="0">
                <a:solidFill>
                  <a:srgbClr val="FF0000"/>
                </a:solidFill>
              </a:rPr>
              <a:t>先获取数据的原生块大小，再按该大小分块读取</a:t>
            </a:r>
            <a:r>
              <a:rPr lang="zh-CN" altLang="en-US" dirty="0" smtClean="0"/>
              <a:t>。</a:t>
            </a:r>
            <a:endParaRPr lang="en-US" altLang="zh-CN" dirty="0" smtClean="0"/>
          </a:p>
          <a:p>
            <a:pPr>
              <a:lnSpc>
                <a:spcPct val="110000"/>
              </a:lnSpc>
            </a:pPr>
            <a:r>
              <a:rPr lang="zh-CN" altLang="en-US" dirty="0" smtClean="0"/>
              <a:t>采用</a:t>
            </a:r>
            <a:r>
              <a:rPr lang="en-US" altLang="zh-CN" dirty="0" err="1" smtClean="0"/>
              <a:t>band.GetBlockSize</a:t>
            </a:r>
            <a:r>
              <a:rPr lang="en-US" altLang="zh-CN" dirty="0" smtClean="0"/>
              <a:t>() </a:t>
            </a:r>
            <a:r>
              <a:rPr lang="zh-CN" altLang="en-US" dirty="0" smtClean="0"/>
              <a:t>获取栅格数据块</a:t>
            </a:r>
            <a:r>
              <a:rPr lang="zh-CN" altLang="en-US" dirty="0"/>
              <a:t>的</a:t>
            </a:r>
            <a:r>
              <a:rPr lang="zh-CN" altLang="en-US" dirty="0" smtClean="0"/>
              <a:t>大小</a:t>
            </a:r>
            <a:endParaRPr lang="en-US" altLang="zh-CN" dirty="0" smtClean="0"/>
          </a:p>
          <a:p>
            <a:pPr>
              <a:lnSpc>
                <a:spcPct val="110000"/>
              </a:lnSpc>
            </a:pPr>
            <a:endParaRPr lang="en-US" altLang="zh-CN" dirty="0"/>
          </a:p>
          <a:p>
            <a:pPr>
              <a:lnSpc>
                <a:spcPct val="110000"/>
              </a:lnSpc>
            </a:pPr>
            <a:endParaRPr lang="en-US" altLang="zh-CN" dirty="0" smtClean="0"/>
          </a:p>
          <a:p>
            <a:pPr>
              <a:lnSpc>
                <a:spcPct val="110000"/>
              </a:lnSpc>
            </a:pPr>
            <a:endParaRPr lang="en-US" altLang="zh-CN" dirty="0"/>
          </a:p>
          <a:p>
            <a:pPr>
              <a:lnSpc>
                <a:spcPct val="110000"/>
              </a:lnSpc>
            </a:pPr>
            <a:r>
              <a:rPr lang="zh-CN" altLang="en-US" dirty="0" smtClean="0"/>
              <a:t>但对于某些图像，</a:t>
            </a:r>
            <a:r>
              <a:rPr lang="zh-CN" altLang="en-US" dirty="0" smtClean="0"/>
              <a:t>例如某些</a:t>
            </a:r>
            <a:r>
              <a:rPr lang="en-US" altLang="zh-CN" dirty="0" err="1" smtClean="0"/>
              <a:t>GeoTIFF</a:t>
            </a:r>
            <a:r>
              <a:rPr lang="zh-CN" altLang="en-US" dirty="0" smtClean="0"/>
              <a:t>，并非平铺的，他们的一个块就是一行。默认情况下，</a:t>
            </a:r>
            <a:r>
              <a:rPr lang="en-US" altLang="zh-CN" dirty="0" err="1" smtClean="0"/>
              <a:t>Erdas</a:t>
            </a:r>
            <a:r>
              <a:rPr lang="en-US" altLang="zh-CN" dirty="0" smtClean="0"/>
              <a:t> Imagine</a:t>
            </a:r>
            <a:r>
              <a:rPr lang="zh-CN" altLang="en-US" dirty="0" smtClean="0"/>
              <a:t>文件是平铺到块，每个块是</a:t>
            </a:r>
            <a:r>
              <a:rPr lang="en-US" altLang="zh-CN" dirty="0" smtClean="0"/>
              <a:t>64*64</a:t>
            </a:r>
            <a:r>
              <a:rPr lang="zh-CN" altLang="en-US" dirty="0" smtClean="0"/>
              <a:t>个像素</a:t>
            </a:r>
            <a:endParaRPr lang="en-US" altLang="zh-CN" dirty="0" smtClean="0"/>
          </a:p>
          <a:p>
            <a:pPr>
              <a:lnSpc>
                <a:spcPct val="110000"/>
              </a:lnSpc>
            </a:pPr>
            <a:endParaRPr lang="en-US" altLang="zh-CN" dirty="0" smtClean="0"/>
          </a:p>
          <a:p>
            <a:pPr>
              <a:lnSpc>
                <a:spcPct val="110000"/>
              </a:lnSpc>
            </a:pPr>
            <a:endParaRPr lang="en-US" altLang="zh-CN" dirty="0"/>
          </a:p>
        </p:txBody>
      </p:sp>
      <p:sp>
        <p:nvSpPr>
          <p:cNvPr id="4" name="矩形 3"/>
          <p:cNvSpPr/>
          <p:nvPr/>
        </p:nvSpPr>
        <p:spPr>
          <a:xfrm>
            <a:off x="1511802" y="3635634"/>
            <a:ext cx="6035053" cy="1200329"/>
          </a:xfrm>
          <a:prstGeom prst="rect">
            <a:avLst/>
          </a:prstGeom>
          <a:solidFill>
            <a:schemeClr val="bg1">
              <a:lumMod val="85000"/>
            </a:schemeClr>
          </a:solidFill>
        </p:spPr>
        <p:txBody>
          <a:bodyPr wrap="square">
            <a:spAutoFit/>
          </a:bodyPr>
          <a:lstStyle/>
          <a:p>
            <a:r>
              <a:rPr lang="en-US" altLang="zh-CN" sz="1600" dirty="0" smtClean="0">
                <a:solidFill>
                  <a:srgbClr val="8080FF"/>
                </a:solidFill>
                <a:latin typeface="LMSans8-Regular-Identity-H"/>
              </a:rPr>
              <a:t>1 </a:t>
            </a:r>
            <a:r>
              <a:rPr lang="en-US" altLang="zh-CN" sz="1600" dirty="0">
                <a:solidFill>
                  <a:srgbClr val="666666"/>
                </a:solidFill>
                <a:latin typeface="YaHei_Monaco-R"/>
              </a:rPr>
              <a:t>&gt;&gt;&gt;</a:t>
            </a:r>
            <a:r>
              <a:rPr lang="en-US" altLang="zh-CN" sz="1600" dirty="0" smtClean="0">
                <a:solidFill>
                  <a:srgbClr val="8080FF"/>
                </a:solidFill>
                <a:latin typeface="LMSans8-Regular-Identity-H"/>
              </a:rPr>
              <a:t> </a:t>
            </a:r>
            <a:r>
              <a:rPr lang="en-US" altLang="zh-CN" dirty="0" smtClean="0">
                <a:latin typeface="YaHei_Monaco-R"/>
              </a:rPr>
              <a:t>band </a:t>
            </a:r>
            <a:r>
              <a:rPr lang="en-US" altLang="zh-CN" dirty="0">
                <a:latin typeface="YaHei_Monaco-R"/>
              </a:rPr>
              <a:t>= </a:t>
            </a:r>
            <a:r>
              <a:rPr lang="en-US" altLang="zh-CN" dirty="0" err="1">
                <a:latin typeface="YaHei_Monaco-R"/>
              </a:rPr>
              <a:t>dataset.GetRasterBand</a:t>
            </a:r>
            <a:r>
              <a:rPr lang="en-US" altLang="zh-CN" dirty="0">
                <a:latin typeface="YaHei_Monaco-R"/>
              </a:rPr>
              <a:t>(</a:t>
            </a:r>
            <a:r>
              <a:rPr lang="en-US" altLang="zh-CN" dirty="0" err="1">
                <a:latin typeface="YaHei_Monaco-R"/>
              </a:rPr>
              <a:t>band_idx</a:t>
            </a:r>
            <a:r>
              <a:rPr lang="en-US" altLang="zh-CN" dirty="0">
                <a:latin typeface="YaHei_Monaco-R"/>
              </a:rPr>
              <a:t>)</a:t>
            </a:r>
          </a:p>
          <a:p>
            <a:r>
              <a:rPr lang="en-US" altLang="zh-CN" sz="1600" dirty="0" smtClean="0">
                <a:solidFill>
                  <a:srgbClr val="8080FF"/>
                </a:solidFill>
                <a:latin typeface="LMSans8-Regular-Identity-H"/>
              </a:rPr>
              <a:t>2 </a:t>
            </a:r>
            <a:r>
              <a:rPr lang="en-US" altLang="zh-CN" dirty="0" smtClean="0">
                <a:solidFill>
                  <a:srgbClr val="666666"/>
                </a:solidFill>
                <a:latin typeface="YaHei_Monaco-R"/>
              </a:rPr>
              <a:t>&gt;&gt;&gt; </a:t>
            </a:r>
            <a:r>
              <a:rPr lang="en-US" altLang="zh-CN" dirty="0" err="1" smtClean="0">
                <a:latin typeface="YaHei_Monaco-R"/>
              </a:rPr>
              <a:t>blocksize</a:t>
            </a:r>
            <a:r>
              <a:rPr lang="en-US" altLang="zh-CN" dirty="0">
                <a:latin typeface="YaHei_Monaco-R"/>
              </a:rPr>
              <a:t> </a:t>
            </a:r>
            <a:r>
              <a:rPr lang="en-US" altLang="zh-CN" dirty="0" smtClean="0">
                <a:latin typeface="YaHei_Monaco-R"/>
              </a:rPr>
              <a:t>= </a:t>
            </a:r>
            <a:r>
              <a:rPr lang="en-US" altLang="zh-CN" dirty="0" err="1" smtClean="0">
                <a:latin typeface="YaHei_Monaco-R"/>
              </a:rPr>
              <a:t>band</a:t>
            </a:r>
            <a:r>
              <a:rPr lang="en-US" altLang="zh-CN" dirty="0" err="1" smtClean="0">
                <a:latin typeface="YaHei_Monaco-R"/>
              </a:rPr>
              <a:t>.GetBlockSize</a:t>
            </a:r>
            <a:r>
              <a:rPr lang="en-US" altLang="zh-CN" dirty="0" smtClean="0">
                <a:latin typeface="YaHei_Monaco-R"/>
              </a:rPr>
              <a:t>()</a:t>
            </a:r>
            <a:endParaRPr lang="en-US" altLang="zh-CN" dirty="0" smtClean="0">
              <a:latin typeface="YaHei_Monaco-R"/>
            </a:endParaRPr>
          </a:p>
          <a:p>
            <a:r>
              <a:rPr lang="fr-FR" altLang="zh-CN" sz="1600" dirty="0" smtClean="0">
                <a:solidFill>
                  <a:srgbClr val="8080FF"/>
                </a:solidFill>
                <a:latin typeface="LMSans8-Regular-Identity-H"/>
              </a:rPr>
              <a:t>3 </a:t>
            </a:r>
            <a:r>
              <a:rPr lang="en-US" altLang="zh-CN" dirty="0">
                <a:solidFill>
                  <a:srgbClr val="666666"/>
                </a:solidFill>
                <a:latin typeface="YaHei_Monaco-R"/>
              </a:rPr>
              <a:t>&gt;&gt;&gt; </a:t>
            </a:r>
            <a:r>
              <a:rPr lang="en-US" altLang="zh-CN" dirty="0" err="1" smtClean="0">
                <a:solidFill>
                  <a:srgbClr val="000000"/>
                </a:solidFill>
                <a:latin typeface="YaHei_Monaco-R"/>
              </a:rPr>
              <a:t>xBlockSize</a:t>
            </a:r>
            <a:r>
              <a:rPr lang="en-US" altLang="zh-CN" dirty="0" smtClean="0">
                <a:solidFill>
                  <a:srgbClr val="000000"/>
                </a:solidFill>
                <a:latin typeface="YaHei_Monaco-R"/>
              </a:rPr>
              <a:t> = </a:t>
            </a:r>
            <a:r>
              <a:rPr lang="en-US" altLang="zh-CN" dirty="0" err="1" smtClean="0">
                <a:solidFill>
                  <a:srgbClr val="000000"/>
                </a:solidFill>
                <a:latin typeface="YaHei_Monaco-R"/>
              </a:rPr>
              <a:t>blockSize</a:t>
            </a:r>
            <a:r>
              <a:rPr lang="en-US" altLang="zh-CN" dirty="0" smtClean="0">
                <a:solidFill>
                  <a:srgbClr val="000000"/>
                </a:solidFill>
                <a:latin typeface="YaHei_Monaco-R"/>
              </a:rPr>
              <a:t>[0</a:t>
            </a:r>
            <a:r>
              <a:rPr lang="en-US" altLang="zh-CN" dirty="0" smtClean="0">
                <a:solidFill>
                  <a:srgbClr val="000000"/>
                </a:solidFill>
                <a:latin typeface="YaHei_Monaco-R"/>
              </a:rPr>
              <a:t>]  #  </a:t>
            </a:r>
            <a:r>
              <a:rPr lang="zh-CN" altLang="en-US" dirty="0" smtClean="0">
                <a:solidFill>
                  <a:srgbClr val="000000"/>
                </a:solidFill>
                <a:latin typeface="YaHei_Monaco-R"/>
              </a:rPr>
              <a:t>块的列数</a:t>
            </a:r>
            <a:endParaRPr lang="en-US" altLang="zh-CN" dirty="0">
              <a:solidFill>
                <a:srgbClr val="000000"/>
              </a:solidFill>
              <a:latin typeface="YaHei_Monaco-R"/>
            </a:endParaRPr>
          </a:p>
          <a:p>
            <a:r>
              <a:rPr lang="en-US" altLang="zh-CN" sz="1600" dirty="0" smtClean="0">
                <a:solidFill>
                  <a:srgbClr val="8080FF"/>
                </a:solidFill>
                <a:latin typeface="LMSans8-Regular-Identity-H"/>
              </a:rPr>
              <a:t>4 </a:t>
            </a:r>
            <a:r>
              <a:rPr lang="en-US" altLang="zh-CN" dirty="0">
                <a:solidFill>
                  <a:srgbClr val="666666"/>
                </a:solidFill>
                <a:latin typeface="YaHei_Monaco-R"/>
              </a:rPr>
              <a:t>&gt;&gt;&gt; </a:t>
            </a:r>
            <a:r>
              <a:rPr lang="en-US" altLang="zh-CN" dirty="0" err="1" smtClean="0">
                <a:solidFill>
                  <a:srgbClr val="000000"/>
                </a:solidFill>
                <a:latin typeface="YaHei_Monaco-R"/>
              </a:rPr>
              <a:t>yBlockSize</a:t>
            </a:r>
            <a:r>
              <a:rPr lang="en-US" altLang="zh-CN" dirty="0" smtClean="0">
                <a:solidFill>
                  <a:srgbClr val="000000"/>
                </a:solidFill>
                <a:latin typeface="YaHei_Monaco-R"/>
              </a:rPr>
              <a:t> = </a:t>
            </a:r>
            <a:r>
              <a:rPr lang="en-US" altLang="zh-CN" dirty="0" err="1" smtClean="0">
                <a:solidFill>
                  <a:srgbClr val="000000"/>
                </a:solidFill>
                <a:latin typeface="YaHei_Monaco-R"/>
              </a:rPr>
              <a:t>blockSize</a:t>
            </a:r>
            <a:r>
              <a:rPr lang="en-US" altLang="zh-CN" dirty="0" smtClean="0">
                <a:solidFill>
                  <a:srgbClr val="000000"/>
                </a:solidFill>
                <a:latin typeface="YaHei_Monaco-R"/>
              </a:rPr>
              <a:t>[1</a:t>
            </a:r>
            <a:r>
              <a:rPr lang="en-US" altLang="zh-CN" dirty="0" smtClean="0">
                <a:solidFill>
                  <a:srgbClr val="000000"/>
                </a:solidFill>
                <a:latin typeface="YaHei_Monaco-R"/>
              </a:rPr>
              <a:t>]  #  </a:t>
            </a:r>
            <a:r>
              <a:rPr lang="zh-CN" altLang="en-US" dirty="0" smtClean="0">
                <a:solidFill>
                  <a:srgbClr val="000000"/>
                </a:solidFill>
                <a:latin typeface="YaHei_Monaco-R"/>
              </a:rPr>
              <a:t>块的行数</a:t>
            </a:r>
            <a:endParaRPr lang="en-US" altLang="zh-CN" dirty="0">
              <a:solidFill>
                <a:srgbClr val="000000"/>
              </a:solidFill>
              <a:latin typeface="YaHei_Monaco-R"/>
            </a:endParaRPr>
          </a:p>
        </p:txBody>
      </p:sp>
      <p:pic>
        <p:nvPicPr>
          <p:cNvPr id="2" name="图片 1"/>
          <p:cNvPicPr>
            <a:picLocks noChangeAspect="1"/>
          </p:cNvPicPr>
          <p:nvPr/>
        </p:nvPicPr>
        <p:blipFill>
          <a:blip r:embed="rId3"/>
          <a:stretch>
            <a:fillRect/>
          </a:stretch>
        </p:blipFill>
        <p:spPr>
          <a:xfrm>
            <a:off x="9190354" y="2617022"/>
            <a:ext cx="2494871" cy="2364617"/>
          </a:xfrm>
          <a:prstGeom prst="rect">
            <a:avLst/>
          </a:prstGeom>
        </p:spPr>
      </p:pic>
    </p:spTree>
    <p:extLst>
      <p:ext uri="{BB962C8B-B14F-4D97-AF65-F5344CB8AC3E}">
        <p14:creationId xmlns:p14="http://schemas.microsoft.com/office/powerpoint/2010/main" val="1831968852"/>
      </p:ext>
    </p:extLst>
  </p:cSld>
  <p:clrMapOvr>
    <a:masterClrMapping/>
  </p:clrMapOvr>
  <p:transition spd="slow"/>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标题 1"/>
          <p:cNvSpPr txBox="1">
            <a:spLocks/>
          </p:cNvSpPr>
          <p:nvPr/>
        </p:nvSpPr>
        <p:spPr>
          <a:xfrm>
            <a:off x="838200" y="148859"/>
            <a:ext cx="11353800" cy="714357"/>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lang="zh-CN" altLang="en-US" sz="4000" b="1" dirty="0" smtClean="0">
                <a:solidFill>
                  <a:srgbClr val="FFFFFF"/>
                </a:solidFill>
                <a:latin typeface="微软雅黑" panose="020B0503020204020204" pitchFamily="34" charset="-122"/>
                <a:ea typeface="微软雅黑" panose="020B0503020204020204" pitchFamily="34" charset="-122"/>
              </a:rPr>
              <a:t>更有效率的读取</a:t>
            </a:r>
            <a:r>
              <a:rPr lang="en-US" altLang="zh-CN" sz="4000" b="1" dirty="0" smtClean="0">
                <a:solidFill>
                  <a:srgbClr val="FFFFFF"/>
                </a:solidFill>
                <a:latin typeface="微软雅黑" panose="020B0503020204020204" pitchFamily="34" charset="-122"/>
                <a:ea typeface="微软雅黑" panose="020B0503020204020204" pitchFamily="34" charset="-122"/>
              </a:rPr>
              <a:t>——</a:t>
            </a:r>
            <a:r>
              <a:rPr lang="zh-CN" altLang="en-US" sz="4000" b="1" dirty="0" smtClean="0">
                <a:solidFill>
                  <a:srgbClr val="FFFFFF"/>
                </a:solidFill>
                <a:latin typeface="微软雅黑" panose="020B0503020204020204" pitchFamily="34" charset="-122"/>
                <a:ea typeface="微软雅黑" panose="020B0503020204020204" pitchFamily="34" charset="-122"/>
              </a:rPr>
              <a:t>一次读取一行</a:t>
            </a:r>
            <a:endParaRPr kumimoji="0" lang="zh-CN" altLang="en-US" sz="4000" b="1" i="0" u="none" strike="noStrike" kern="120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j-cs"/>
            </a:endParaRPr>
          </a:p>
        </p:txBody>
      </p:sp>
      <p:sp>
        <p:nvSpPr>
          <p:cNvPr id="5" name="内容占位符 2"/>
          <p:cNvSpPr>
            <a:spLocks noGrp="1"/>
          </p:cNvSpPr>
          <p:nvPr>
            <p:ph idx="1"/>
          </p:nvPr>
        </p:nvSpPr>
        <p:spPr>
          <a:xfrm>
            <a:off x="1207008" y="1252727"/>
            <a:ext cx="9930384" cy="5093209"/>
          </a:xfrm>
        </p:spPr>
        <p:txBody>
          <a:bodyPr>
            <a:normAutofit/>
          </a:bodyPr>
          <a:lstStyle/>
          <a:p>
            <a:pPr>
              <a:lnSpc>
                <a:spcPct val="110000"/>
              </a:lnSpc>
            </a:pPr>
            <a:r>
              <a:rPr lang="zh-CN" altLang="en-US" dirty="0" smtClean="0"/>
              <a:t>循环所有的行，读取行中所有的像素</a:t>
            </a:r>
            <a:endParaRPr lang="en-US" altLang="zh-CN" dirty="0" smtClean="0"/>
          </a:p>
          <a:p>
            <a:pPr>
              <a:lnSpc>
                <a:spcPct val="110000"/>
              </a:lnSpc>
            </a:pPr>
            <a:endParaRPr lang="en-US" altLang="zh-CN" dirty="0" smtClean="0"/>
          </a:p>
          <a:p>
            <a:pPr>
              <a:lnSpc>
                <a:spcPct val="110000"/>
              </a:lnSpc>
            </a:pPr>
            <a:endParaRPr lang="en-US" altLang="zh-CN" dirty="0"/>
          </a:p>
          <a:p>
            <a:pPr>
              <a:lnSpc>
                <a:spcPct val="110000"/>
              </a:lnSpc>
            </a:pPr>
            <a:endParaRPr lang="en-US" altLang="zh-CN" dirty="0" smtClean="0"/>
          </a:p>
          <a:p>
            <a:pPr>
              <a:lnSpc>
                <a:spcPct val="110000"/>
              </a:lnSpc>
            </a:pPr>
            <a:endParaRPr lang="en-US" altLang="zh-CN" dirty="0"/>
          </a:p>
          <a:p>
            <a:pPr>
              <a:lnSpc>
                <a:spcPct val="110000"/>
              </a:lnSpc>
            </a:pPr>
            <a:r>
              <a:rPr lang="en-US" altLang="zh-CN" dirty="0"/>
              <a:t>r</a:t>
            </a:r>
            <a:r>
              <a:rPr lang="en-US" altLang="zh-CN" dirty="0" smtClean="0"/>
              <a:t>ange(n) </a:t>
            </a:r>
            <a:r>
              <a:rPr lang="zh-CN" altLang="en-US" dirty="0" smtClean="0"/>
              <a:t>将会循环 </a:t>
            </a:r>
            <a:r>
              <a:rPr lang="en-US" altLang="zh-CN" dirty="0" smtClean="0"/>
              <a:t>0 </a:t>
            </a:r>
            <a:r>
              <a:rPr lang="zh-CN" altLang="en-US" dirty="0" smtClean="0"/>
              <a:t>到 </a:t>
            </a:r>
            <a:r>
              <a:rPr lang="en-US" altLang="zh-CN" dirty="0" smtClean="0"/>
              <a:t>n-1,</a:t>
            </a:r>
            <a:r>
              <a:rPr lang="zh-CN" altLang="en-US" dirty="0" smtClean="0"/>
              <a:t>共</a:t>
            </a:r>
            <a:r>
              <a:rPr lang="en-US" altLang="zh-CN" dirty="0" smtClean="0"/>
              <a:t>n</a:t>
            </a:r>
            <a:r>
              <a:rPr lang="zh-CN" altLang="en-US" dirty="0" smtClean="0"/>
              <a:t>次</a:t>
            </a:r>
            <a:endParaRPr lang="en-US" altLang="zh-CN" dirty="0" smtClean="0"/>
          </a:p>
          <a:p>
            <a:pPr>
              <a:lnSpc>
                <a:spcPct val="110000"/>
              </a:lnSpc>
            </a:pPr>
            <a:endParaRPr lang="en-US" altLang="zh-CN" dirty="0"/>
          </a:p>
          <a:p>
            <a:pPr>
              <a:lnSpc>
                <a:spcPct val="110000"/>
              </a:lnSpc>
            </a:pPr>
            <a:endParaRPr lang="en-US" altLang="zh-CN" dirty="0"/>
          </a:p>
        </p:txBody>
      </p:sp>
      <p:sp>
        <p:nvSpPr>
          <p:cNvPr id="4" name="矩形 3"/>
          <p:cNvSpPr/>
          <p:nvPr/>
        </p:nvSpPr>
        <p:spPr>
          <a:xfrm>
            <a:off x="2117816" y="2255966"/>
            <a:ext cx="7955824" cy="1569660"/>
          </a:xfrm>
          <a:prstGeom prst="rect">
            <a:avLst/>
          </a:prstGeom>
          <a:solidFill>
            <a:schemeClr val="bg1">
              <a:lumMod val="85000"/>
            </a:schemeClr>
          </a:solidFill>
        </p:spPr>
        <p:txBody>
          <a:bodyPr wrap="square">
            <a:spAutoFit/>
          </a:bodyPr>
          <a:lstStyle/>
          <a:p>
            <a:r>
              <a:rPr lang="en-US" altLang="zh-CN" sz="2400" dirty="0">
                <a:solidFill>
                  <a:srgbClr val="8080FF"/>
                </a:solidFill>
                <a:latin typeface="LMSans8-Regular-Identity-H"/>
              </a:rPr>
              <a:t>1 </a:t>
            </a:r>
            <a:r>
              <a:rPr lang="en-US" altLang="zh-CN" sz="2400" dirty="0" smtClean="0">
                <a:latin typeface="LMSans8-Regular-Identity-H"/>
              </a:rPr>
              <a:t>for </a:t>
            </a:r>
            <a:r>
              <a:rPr lang="en-US" altLang="zh-CN" sz="2400" dirty="0" err="1" smtClean="0">
                <a:latin typeface="LMSans8-Regular-Identity-H"/>
              </a:rPr>
              <a:t>i</a:t>
            </a:r>
            <a:r>
              <a:rPr lang="en-US" altLang="zh-CN" sz="2400" dirty="0" smtClean="0">
                <a:latin typeface="LMSans8-Regular-Identity-H"/>
              </a:rPr>
              <a:t> in range(rows):</a:t>
            </a:r>
            <a:endParaRPr lang="en-US" altLang="zh-CN" sz="2400" dirty="0" smtClean="0">
              <a:latin typeface="YaHei_Monaco-R"/>
            </a:endParaRPr>
          </a:p>
          <a:p>
            <a:r>
              <a:rPr lang="en-US" altLang="zh-CN" sz="2000" dirty="0" smtClean="0">
                <a:solidFill>
                  <a:srgbClr val="8080FF"/>
                </a:solidFill>
                <a:latin typeface="LMSans8-Regular-Identity-H"/>
              </a:rPr>
              <a:t>2 </a:t>
            </a:r>
            <a:r>
              <a:rPr lang="en-US" altLang="zh-CN" sz="2400" dirty="0">
                <a:solidFill>
                  <a:srgbClr val="666666"/>
                </a:solidFill>
                <a:latin typeface="YaHei_Monaco-R"/>
              </a:rPr>
              <a:t> </a:t>
            </a:r>
            <a:r>
              <a:rPr lang="en-US" altLang="zh-CN" sz="2400" dirty="0" smtClean="0">
                <a:solidFill>
                  <a:srgbClr val="666666"/>
                </a:solidFill>
                <a:latin typeface="YaHei_Monaco-R"/>
              </a:rPr>
              <a:t> data = </a:t>
            </a:r>
            <a:r>
              <a:rPr lang="en-US" altLang="zh-CN" sz="2400" dirty="0" err="1" smtClean="0">
                <a:solidFill>
                  <a:srgbClr val="666666"/>
                </a:solidFill>
                <a:latin typeface="YaHei_Monaco-R"/>
              </a:rPr>
              <a:t>band.ReadAsArray</a:t>
            </a:r>
            <a:r>
              <a:rPr lang="en-US" altLang="zh-CN" sz="2400" dirty="0" smtClean="0">
                <a:solidFill>
                  <a:srgbClr val="666666"/>
                </a:solidFill>
                <a:latin typeface="YaHei_Monaco-R"/>
              </a:rPr>
              <a:t>(0,i,cols,1)</a:t>
            </a:r>
            <a:endParaRPr lang="en-US" altLang="zh-CN" sz="2400" dirty="0" smtClean="0">
              <a:solidFill>
                <a:srgbClr val="000000"/>
              </a:solidFill>
              <a:latin typeface="YaHei_Monaco-R"/>
            </a:endParaRPr>
          </a:p>
          <a:p>
            <a:r>
              <a:rPr lang="fr-FR" altLang="zh-CN" sz="2000" dirty="0" smtClean="0">
                <a:solidFill>
                  <a:srgbClr val="8080FF"/>
                </a:solidFill>
                <a:latin typeface="LMSans8-Regular-Identity-H"/>
              </a:rPr>
              <a:t>3 </a:t>
            </a:r>
            <a:r>
              <a:rPr lang="en-US" altLang="zh-CN" sz="2400" dirty="0">
                <a:solidFill>
                  <a:srgbClr val="666666"/>
                </a:solidFill>
                <a:latin typeface="YaHei_Monaco-R"/>
              </a:rPr>
              <a:t> </a:t>
            </a:r>
            <a:r>
              <a:rPr lang="en-US" altLang="zh-CN" sz="2400" dirty="0" smtClean="0">
                <a:solidFill>
                  <a:srgbClr val="666666"/>
                </a:solidFill>
                <a:latin typeface="YaHei_Monaco-R"/>
              </a:rPr>
              <a:t> # do something with the data here, before</a:t>
            </a:r>
          </a:p>
          <a:p>
            <a:r>
              <a:rPr lang="en-US" altLang="zh-CN" sz="2000" dirty="0" smtClean="0">
                <a:solidFill>
                  <a:srgbClr val="8080FF"/>
                </a:solidFill>
                <a:latin typeface="LMSans8-Regular-Identity-H"/>
              </a:rPr>
              <a:t>4 </a:t>
            </a:r>
            <a:r>
              <a:rPr lang="en-US" altLang="zh-CN" sz="2400" dirty="0">
                <a:solidFill>
                  <a:srgbClr val="666666"/>
                </a:solidFill>
                <a:latin typeface="YaHei_Monaco-R"/>
              </a:rPr>
              <a:t> </a:t>
            </a:r>
            <a:r>
              <a:rPr lang="en-US" altLang="zh-CN" sz="2400" dirty="0" smtClean="0">
                <a:solidFill>
                  <a:srgbClr val="666666"/>
                </a:solidFill>
                <a:latin typeface="YaHei_Monaco-R"/>
              </a:rPr>
              <a:t> # reading the next row</a:t>
            </a:r>
            <a:endParaRPr lang="en-US" altLang="zh-CN" sz="2400" dirty="0">
              <a:solidFill>
                <a:srgbClr val="000000"/>
              </a:solidFill>
              <a:latin typeface="YaHei_Monaco-R"/>
            </a:endParaRPr>
          </a:p>
        </p:txBody>
      </p:sp>
    </p:spTree>
    <p:extLst>
      <p:ext uri="{BB962C8B-B14F-4D97-AF65-F5344CB8AC3E}">
        <p14:creationId xmlns:p14="http://schemas.microsoft.com/office/powerpoint/2010/main" val="1561854718"/>
      </p:ext>
    </p:extLst>
  </p:cSld>
  <p:clrMapOvr>
    <a:masterClrMapping/>
  </p:clrMapOvr>
  <p:transition spd="slow"/>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标题 1"/>
          <p:cNvSpPr txBox="1">
            <a:spLocks/>
          </p:cNvSpPr>
          <p:nvPr/>
        </p:nvSpPr>
        <p:spPr>
          <a:xfrm>
            <a:off x="838200" y="148859"/>
            <a:ext cx="11353800" cy="714357"/>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lang="zh-CN" altLang="en-US" sz="4000" b="1" dirty="0" smtClean="0">
                <a:solidFill>
                  <a:srgbClr val="FFFFFF"/>
                </a:solidFill>
                <a:latin typeface="微软雅黑" panose="020B0503020204020204" pitchFamily="34" charset="-122"/>
                <a:ea typeface="微软雅黑" panose="020B0503020204020204" pitchFamily="34" charset="-122"/>
              </a:rPr>
              <a:t>更有效率的读取</a:t>
            </a:r>
            <a:r>
              <a:rPr lang="en-US" altLang="zh-CN" sz="4000" b="1" dirty="0" smtClean="0">
                <a:solidFill>
                  <a:srgbClr val="FFFFFF"/>
                </a:solidFill>
                <a:latin typeface="微软雅黑" panose="020B0503020204020204" pitchFamily="34" charset="-122"/>
                <a:ea typeface="微软雅黑" panose="020B0503020204020204" pitchFamily="34" charset="-122"/>
              </a:rPr>
              <a:t>——</a:t>
            </a:r>
            <a:r>
              <a:rPr lang="zh-CN" altLang="en-US" sz="4000" b="1" dirty="0" smtClean="0">
                <a:solidFill>
                  <a:srgbClr val="FFFFFF"/>
                </a:solidFill>
                <a:latin typeface="微软雅黑" panose="020B0503020204020204" pitchFamily="34" charset="-122"/>
                <a:ea typeface="微软雅黑" panose="020B0503020204020204" pitchFamily="34" charset="-122"/>
              </a:rPr>
              <a:t>一次读取一</a:t>
            </a:r>
            <a:r>
              <a:rPr lang="zh-CN" altLang="en-US" sz="4000" b="1" dirty="0">
                <a:solidFill>
                  <a:srgbClr val="FFFFFF"/>
                </a:solidFill>
                <a:latin typeface="微软雅黑" panose="020B0503020204020204" pitchFamily="34" charset="-122"/>
                <a:ea typeface="微软雅黑" panose="020B0503020204020204" pitchFamily="34" charset="-122"/>
              </a:rPr>
              <a:t>块</a:t>
            </a:r>
            <a:endParaRPr kumimoji="0" lang="zh-CN" altLang="en-US" sz="4000" b="1" i="0" u="none" strike="noStrike" kern="120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j-cs"/>
            </a:endParaRPr>
          </a:p>
        </p:txBody>
      </p:sp>
      <p:sp>
        <p:nvSpPr>
          <p:cNvPr id="5" name="内容占位符 2"/>
          <p:cNvSpPr>
            <a:spLocks noGrp="1"/>
          </p:cNvSpPr>
          <p:nvPr>
            <p:ph idx="1"/>
          </p:nvPr>
        </p:nvSpPr>
        <p:spPr>
          <a:xfrm>
            <a:off x="1207008" y="1252727"/>
            <a:ext cx="8348472" cy="5422393"/>
          </a:xfrm>
        </p:spPr>
        <p:txBody>
          <a:bodyPr>
            <a:normAutofit fontScale="92500" lnSpcReduction="10000"/>
          </a:bodyPr>
          <a:lstStyle/>
          <a:p>
            <a:pPr>
              <a:lnSpc>
                <a:spcPct val="110000"/>
              </a:lnSpc>
            </a:pPr>
            <a:r>
              <a:rPr lang="zh-CN" altLang="en-US" dirty="0" smtClean="0"/>
              <a:t>采用块读取也很容易</a:t>
            </a:r>
            <a:endParaRPr lang="en-US" altLang="zh-CN" dirty="0" smtClean="0"/>
          </a:p>
          <a:p>
            <a:pPr>
              <a:lnSpc>
                <a:spcPct val="110000"/>
              </a:lnSpc>
            </a:pPr>
            <a:r>
              <a:rPr lang="zh-CN" altLang="en-US" dirty="0" smtClean="0"/>
              <a:t>首先，确认获取了</a:t>
            </a:r>
            <a:r>
              <a:rPr lang="en-US" altLang="zh-CN" dirty="0" smtClean="0"/>
              <a:t>y</a:t>
            </a:r>
            <a:r>
              <a:rPr lang="zh-CN" altLang="en-US" dirty="0" smtClean="0"/>
              <a:t>方向的整个块。如果定义的数据多于文件大小将会报错</a:t>
            </a:r>
            <a:endParaRPr lang="en-US" altLang="zh-CN" dirty="0" smtClean="0"/>
          </a:p>
          <a:p>
            <a:pPr>
              <a:lnSpc>
                <a:spcPct val="110000"/>
              </a:lnSpc>
            </a:pPr>
            <a:endParaRPr lang="en-US" altLang="zh-CN" dirty="0" smtClean="0"/>
          </a:p>
          <a:p>
            <a:pPr>
              <a:lnSpc>
                <a:spcPct val="110000"/>
              </a:lnSpc>
            </a:pPr>
            <a:endParaRPr lang="en-US" altLang="zh-CN" dirty="0"/>
          </a:p>
          <a:p>
            <a:pPr>
              <a:lnSpc>
                <a:spcPct val="110000"/>
              </a:lnSpc>
            </a:pPr>
            <a:endParaRPr lang="en-US" altLang="zh-CN" dirty="0" smtClean="0"/>
          </a:p>
          <a:p>
            <a:pPr>
              <a:lnSpc>
                <a:spcPct val="110000"/>
              </a:lnSpc>
            </a:pPr>
            <a:endParaRPr lang="en-US" altLang="zh-CN" dirty="0"/>
          </a:p>
          <a:p>
            <a:pPr>
              <a:lnSpc>
                <a:spcPct val="110000"/>
              </a:lnSpc>
            </a:pPr>
            <a:endParaRPr lang="en-US" altLang="zh-CN" dirty="0" smtClean="0"/>
          </a:p>
          <a:p>
            <a:pPr>
              <a:lnSpc>
                <a:spcPct val="110000"/>
              </a:lnSpc>
            </a:pPr>
            <a:r>
              <a:rPr lang="en-US" altLang="zh-CN" dirty="0" err="1" smtClean="0"/>
              <a:t>i</a:t>
            </a:r>
            <a:r>
              <a:rPr lang="en-US" altLang="zh-CN" dirty="0" smtClean="0"/>
              <a:t>=[0, 5,10]</a:t>
            </a:r>
          </a:p>
          <a:p>
            <a:pPr>
              <a:lnSpc>
                <a:spcPct val="110000"/>
              </a:lnSpc>
            </a:pPr>
            <a:r>
              <a:rPr lang="en-US" altLang="zh-CN" dirty="0" err="1" smtClean="0"/>
              <a:t>ReadAsArray</a:t>
            </a:r>
            <a:r>
              <a:rPr lang="en-US" altLang="zh-CN" dirty="0" smtClean="0"/>
              <a:t>(0, 0, 11, 5), (0,5,11,5), (0,10,11,3)</a:t>
            </a:r>
          </a:p>
          <a:p>
            <a:pPr>
              <a:lnSpc>
                <a:spcPct val="110000"/>
              </a:lnSpc>
            </a:pPr>
            <a:endParaRPr lang="en-US" altLang="zh-CN" dirty="0"/>
          </a:p>
          <a:p>
            <a:pPr>
              <a:lnSpc>
                <a:spcPct val="110000"/>
              </a:lnSpc>
            </a:pPr>
            <a:endParaRPr lang="en-US" altLang="zh-CN" dirty="0" smtClean="0"/>
          </a:p>
          <a:p>
            <a:pPr>
              <a:lnSpc>
                <a:spcPct val="110000"/>
              </a:lnSpc>
            </a:pPr>
            <a:endParaRPr lang="en-US" altLang="zh-CN" dirty="0"/>
          </a:p>
          <a:p>
            <a:pPr>
              <a:lnSpc>
                <a:spcPct val="110000"/>
              </a:lnSpc>
            </a:pPr>
            <a:endParaRPr lang="en-US" altLang="zh-CN" dirty="0"/>
          </a:p>
          <a:p>
            <a:pPr>
              <a:lnSpc>
                <a:spcPct val="110000"/>
              </a:lnSpc>
            </a:pPr>
            <a:endParaRPr lang="en-US" altLang="zh-CN" dirty="0"/>
          </a:p>
        </p:txBody>
      </p:sp>
      <p:pic>
        <p:nvPicPr>
          <p:cNvPr id="2" name="图片 1"/>
          <p:cNvPicPr>
            <a:picLocks noChangeAspect="1"/>
          </p:cNvPicPr>
          <p:nvPr/>
        </p:nvPicPr>
        <p:blipFill>
          <a:blip r:embed="rId3"/>
          <a:stretch>
            <a:fillRect/>
          </a:stretch>
        </p:blipFill>
        <p:spPr>
          <a:xfrm>
            <a:off x="1368942" y="3062692"/>
            <a:ext cx="6492351" cy="2103667"/>
          </a:xfrm>
          <a:prstGeom prst="rect">
            <a:avLst/>
          </a:prstGeom>
        </p:spPr>
      </p:pic>
      <p:pic>
        <p:nvPicPr>
          <p:cNvPr id="3" name="图片 2"/>
          <p:cNvPicPr>
            <a:picLocks noChangeAspect="1"/>
          </p:cNvPicPr>
          <p:nvPr/>
        </p:nvPicPr>
        <p:blipFill rotWithShape="1">
          <a:blip r:embed="rId4"/>
          <a:srcRect r="18804"/>
          <a:stretch/>
        </p:blipFill>
        <p:spPr>
          <a:xfrm>
            <a:off x="8248502" y="2308743"/>
            <a:ext cx="3303418" cy="3352165"/>
          </a:xfrm>
          <a:prstGeom prst="rect">
            <a:avLst/>
          </a:prstGeom>
        </p:spPr>
      </p:pic>
    </p:spTree>
    <p:extLst>
      <p:ext uri="{BB962C8B-B14F-4D97-AF65-F5344CB8AC3E}">
        <p14:creationId xmlns:p14="http://schemas.microsoft.com/office/powerpoint/2010/main" val="1302486556"/>
      </p:ext>
    </p:extLst>
  </p:cSld>
  <p:clrMapOvr>
    <a:masterClrMapping/>
  </p:clrMapOvr>
  <p:transition spd="slow"/>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标题 1"/>
          <p:cNvSpPr txBox="1">
            <a:spLocks/>
          </p:cNvSpPr>
          <p:nvPr/>
        </p:nvSpPr>
        <p:spPr>
          <a:xfrm>
            <a:off x="838200" y="148859"/>
            <a:ext cx="11353800" cy="714357"/>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lang="zh-CN" altLang="en-US" sz="4000" b="1" dirty="0" smtClean="0">
                <a:solidFill>
                  <a:srgbClr val="FFFFFF"/>
                </a:solidFill>
                <a:latin typeface="微软雅黑" panose="020B0503020204020204" pitchFamily="34" charset="-122"/>
                <a:ea typeface="微软雅黑" panose="020B0503020204020204" pitchFamily="34" charset="-122"/>
              </a:rPr>
              <a:t>更有效率的读取</a:t>
            </a:r>
            <a:r>
              <a:rPr lang="en-US" altLang="zh-CN" sz="4000" b="1" dirty="0" smtClean="0">
                <a:solidFill>
                  <a:srgbClr val="FFFFFF"/>
                </a:solidFill>
                <a:latin typeface="微软雅黑" panose="020B0503020204020204" pitchFamily="34" charset="-122"/>
                <a:ea typeface="微软雅黑" panose="020B0503020204020204" pitchFamily="34" charset="-122"/>
              </a:rPr>
              <a:t>——</a:t>
            </a:r>
            <a:r>
              <a:rPr lang="zh-CN" altLang="en-US" sz="4000" b="1" dirty="0" smtClean="0">
                <a:solidFill>
                  <a:srgbClr val="FFFFFF"/>
                </a:solidFill>
                <a:latin typeface="微软雅黑" panose="020B0503020204020204" pitchFamily="34" charset="-122"/>
                <a:ea typeface="微软雅黑" panose="020B0503020204020204" pitchFamily="34" charset="-122"/>
              </a:rPr>
              <a:t>按块读取</a:t>
            </a:r>
            <a:endParaRPr kumimoji="0" lang="zh-CN" altLang="en-US" sz="4000" b="1" i="0" u="none" strike="noStrike" kern="120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j-cs"/>
            </a:endParaRPr>
          </a:p>
        </p:txBody>
      </p:sp>
      <p:sp>
        <p:nvSpPr>
          <p:cNvPr id="5" name="内容占位符 2"/>
          <p:cNvSpPr>
            <a:spLocks noGrp="1"/>
          </p:cNvSpPr>
          <p:nvPr>
            <p:ph idx="1"/>
          </p:nvPr>
        </p:nvSpPr>
        <p:spPr>
          <a:xfrm>
            <a:off x="1239665" y="966977"/>
            <a:ext cx="10002556" cy="5422393"/>
          </a:xfrm>
        </p:spPr>
        <p:txBody>
          <a:bodyPr>
            <a:normAutofit/>
          </a:bodyPr>
          <a:lstStyle/>
          <a:p>
            <a:pPr>
              <a:lnSpc>
                <a:spcPct val="110000"/>
              </a:lnSpc>
            </a:pPr>
            <a:r>
              <a:rPr lang="zh-CN" altLang="en-US" dirty="0" smtClean="0"/>
              <a:t>按块读取是最有效率的读取栅格数据方法</a:t>
            </a:r>
            <a:endParaRPr lang="en-US" altLang="zh-CN" dirty="0" smtClean="0"/>
          </a:p>
          <a:p>
            <a:pPr>
              <a:lnSpc>
                <a:spcPct val="110000"/>
              </a:lnSpc>
            </a:pPr>
            <a:r>
              <a:rPr lang="zh-CN" altLang="en-US" dirty="0" smtClean="0"/>
              <a:t>对于行、列各自定义一个循环</a:t>
            </a:r>
            <a:r>
              <a:rPr lang="zh-CN" altLang="en-US" dirty="0"/>
              <a:t>。</a:t>
            </a:r>
            <a:r>
              <a:rPr lang="zh-CN" altLang="en-US" dirty="0" smtClean="0"/>
              <a:t>需要检查是否在</a:t>
            </a:r>
            <a:r>
              <a:rPr lang="en-US" altLang="zh-CN" dirty="0" err="1" smtClean="0"/>
              <a:t>x,y</a:t>
            </a:r>
            <a:r>
              <a:rPr lang="en-US" altLang="zh-CN" dirty="0" smtClean="0"/>
              <a:t> </a:t>
            </a:r>
            <a:r>
              <a:rPr lang="zh-CN" altLang="en-US" dirty="0" smtClean="0"/>
              <a:t>方向都存在完整的块</a:t>
            </a:r>
            <a:endParaRPr lang="en-US" altLang="zh-CN" dirty="0"/>
          </a:p>
          <a:p>
            <a:pPr>
              <a:lnSpc>
                <a:spcPct val="110000"/>
              </a:lnSpc>
            </a:pPr>
            <a:endParaRPr lang="en-US" altLang="zh-CN" dirty="0" smtClean="0"/>
          </a:p>
          <a:p>
            <a:pPr>
              <a:lnSpc>
                <a:spcPct val="110000"/>
              </a:lnSpc>
            </a:pPr>
            <a:endParaRPr lang="en-US" altLang="zh-CN" dirty="0"/>
          </a:p>
          <a:p>
            <a:pPr>
              <a:lnSpc>
                <a:spcPct val="110000"/>
              </a:lnSpc>
            </a:pPr>
            <a:endParaRPr lang="en-US" altLang="zh-CN" dirty="0" smtClean="0"/>
          </a:p>
          <a:p>
            <a:pPr>
              <a:lnSpc>
                <a:spcPct val="110000"/>
              </a:lnSpc>
            </a:pPr>
            <a:endParaRPr lang="en-US" altLang="zh-CN" dirty="0"/>
          </a:p>
          <a:p>
            <a:pPr>
              <a:lnSpc>
                <a:spcPct val="110000"/>
              </a:lnSpc>
            </a:pPr>
            <a:endParaRPr lang="en-US" altLang="zh-CN" dirty="0" smtClean="0"/>
          </a:p>
          <a:p>
            <a:pPr>
              <a:lnSpc>
                <a:spcPct val="110000"/>
              </a:lnSpc>
            </a:pPr>
            <a:endParaRPr lang="en-US" altLang="zh-CN" dirty="0"/>
          </a:p>
          <a:p>
            <a:pPr>
              <a:lnSpc>
                <a:spcPct val="110000"/>
              </a:lnSpc>
            </a:pPr>
            <a:endParaRPr lang="en-US" altLang="zh-CN" dirty="0"/>
          </a:p>
          <a:p>
            <a:pPr>
              <a:lnSpc>
                <a:spcPct val="110000"/>
              </a:lnSpc>
            </a:pPr>
            <a:endParaRPr lang="en-US" altLang="zh-CN" dirty="0"/>
          </a:p>
        </p:txBody>
      </p:sp>
      <p:pic>
        <p:nvPicPr>
          <p:cNvPr id="4" name="图片 3"/>
          <p:cNvPicPr>
            <a:picLocks noChangeAspect="1"/>
          </p:cNvPicPr>
          <p:nvPr/>
        </p:nvPicPr>
        <p:blipFill>
          <a:blip r:embed="rId3"/>
          <a:stretch>
            <a:fillRect/>
          </a:stretch>
        </p:blipFill>
        <p:spPr>
          <a:xfrm>
            <a:off x="1965327" y="2663924"/>
            <a:ext cx="7146016" cy="4104269"/>
          </a:xfrm>
          <a:prstGeom prst="rect">
            <a:avLst/>
          </a:prstGeom>
        </p:spPr>
      </p:pic>
    </p:spTree>
    <p:extLst>
      <p:ext uri="{BB962C8B-B14F-4D97-AF65-F5344CB8AC3E}">
        <p14:creationId xmlns:p14="http://schemas.microsoft.com/office/powerpoint/2010/main" val="2731982193"/>
      </p:ext>
    </p:extLst>
  </p:cSld>
  <p:clrMapOvr>
    <a:masterClrMapping/>
  </p:clrMapOvr>
  <p:transition spd="slow"/>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标题 1"/>
          <p:cNvSpPr txBox="1">
            <a:spLocks/>
          </p:cNvSpPr>
          <p:nvPr/>
        </p:nvSpPr>
        <p:spPr>
          <a:xfrm>
            <a:off x="838200" y="148859"/>
            <a:ext cx="11353800" cy="714357"/>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lang="zh-CN" altLang="en-US" sz="4000" b="1" dirty="0" smtClean="0">
                <a:solidFill>
                  <a:srgbClr val="FFFFFF"/>
                </a:solidFill>
                <a:latin typeface="微软雅黑" panose="020B0503020204020204" pitchFamily="34" charset="-122"/>
                <a:ea typeface="微软雅黑" panose="020B0503020204020204" pitchFamily="34" charset="-122"/>
              </a:rPr>
              <a:t>地图代数</a:t>
            </a:r>
            <a:r>
              <a:rPr lang="en-US" altLang="zh-CN" sz="4000" b="1" dirty="0" smtClean="0">
                <a:solidFill>
                  <a:srgbClr val="FFFFFF"/>
                </a:solidFill>
                <a:latin typeface="微软雅黑" panose="020B0503020204020204" pitchFamily="34" charset="-122"/>
                <a:ea typeface="微软雅黑" panose="020B0503020204020204" pitchFamily="34" charset="-122"/>
              </a:rPr>
              <a:t>(</a:t>
            </a:r>
            <a:r>
              <a:rPr lang="zh-CN" altLang="en-US" sz="4000" b="1" dirty="0" smtClean="0">
                <a:solidFill>
                  <a:srgbClr val="FFFFFF"/>
                </a:solidFill>
                <a:latin typeface="微软雅黑" panose="020B0503020204020204" pitchFamily="34" charset="-122"/>
                <a:ea typeface="微软雅黑" panose="020B0503020204020204" pitchFamily="34" charset="-122"/>
              </a:rPr>
              <a:t>栅格计算）</a:t>
            </a:r>
            <a:endParaRPr kumimoji="0" lang="zh-CN" altLang="en-US" sz="4000" b="1" i="0" u="none" strike="noStrike" kern="120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j-cs"/>
            </a:endParaRPr>
          </a:p>
        </p:txBody>
      </p:sp>
      <p:sp>
        <p:nvSpPr>
          <p:cNvPr id="5" name="内容占位符 2"/>
          <p:cNvSpPr>
            <a:spLocks noGrp="1"/>
          </p:cNvSpPr>
          <p:nvPr>
            <p:ph idx="1"/>
          </p:nvPr>
        </p:nvSpPr>
        <p:spPr>
          <a:xfrm>
            <a:off x="1207008" y="1252727"/>
            <a:ext cx="9930384" cy="5093209"/>
          </a:xfrm>
        </p:spPr>
        <p:txBody>
          <a:bodyPr>
            <a:normAutofit fontScale="92500" lnSpcReduction="20000"/>
          </a:bodyPr>
          <a:lstStyle/>
          <a:p>
            <a:pPr>
              <a:lnSpc>
                <a:spcPct val="110000"/>
              </a:lnSpc>
            </a:pPr>
            <a:r>
              <a:rPr lang="zh-CN" altLang="en-US" dirty="0"/>
              <a:t>以计算</a:t>
            </a:r>
            <a:r>
              <a:rPr lang="en-US" altLang="zh-CN" dirty="0"/>
              <a:t>NDVI </a:t>
            </a:r>
            <a:r>
              <a:rPr lang="zh-CN" altLang="en-US" dirty="0"/>
              <a:t>为例：</a:t>
            </a:r>
          </a:p>
          <a:p>
            <a:pPr>
              <a:lnSpc>
                <a:spcPct val="110000"/>
              </a:lnSpc>
            </a:pPr>
            <a:endParaRPr lang="en-US" altLang="zh-CN" dirty="0" smtClean="0"/>
          </a:p>
          <a:p>
            <a:pPr>
              <a:lnSpc>
                <a:spcPct val="110000"/>
              </a:lnSpc>
            </a:pPr>
            <a:endParaRPr lang="en-US" altLang="zh-CN" dirty="0"/>
          </a:p>
          <a:p>
            <a:pPr>
              <a:lnSpc>
                <a:spcPct val="110000"/>
              </a:lnSpc>
            </a:pPr>
            <a:endParaRPr lang="en-US" altLang="zh-CN" dirty="0" smtClean="0"/>
          </a:p>
          <a:p>
            <a:pPr>
              <a:lnSpc>
                <a:spcPct val="110000"/>
              </a:lnSpc>
            </a:pPr>
            <a:r>
              <a:rPr lang="zh-CN" altLang="en-US" dirty="0" smtClean="0"/>
              <a:t>其中</a:t>
            </a:r>
            <a:r>
              <a:rPr lang="en-US" altLang="zh-CN" i="1" dirty="0"/>
              <a:t>NIR </a:t>
            </a:r>
            <a:r>
              <a:rPr lang="zh-CN" altLang="en-US" dirty="0"/>
              <a:t>为波段</a:t>
            </a:r>
            <a:r>
              <a:rPr lang="en-US" altLang="zh-CN" dirty="0"/>
              <a:t>3</a:t>
            </a:r>
            <a:r>
              <a:rPr lang="zh-CN" altLang="en-US" dirty="0"/>
              <a:t>，</a:t>
            </a:r>
            <a:r>
              <a:rPr lang="en-US" altLang="zh-CN" i="1" dirty="0"/>
              <a:t>RED </a:t>
            </a:r>
            <a:r>
              <a:rPr lang="zh-CN" altLang="en-US" dirty="0"/>
              <a:t>为波段</a:t>
            </a:r>
            <a:r>
              <a:rPr lang="en-US" altLang="zh-CN" dirty="0"/>
              <a:t>2 </a:t>
            </a:r>
            <a:r>
              <a:rPr lang="zh-CN" altLang="en-US" dirty="0"/>
              <a:t>。</a:t>
            </a:r>
          </a:p>
          <a:p>
            <a:pPr>
              <a:lnSpc>
                <a:spcPct val="110000"/>
              </a:lnSpc>
            </a:pPr>
            <a:r>
              <a:rPr lang="zh-CN" altLang="en-US" dirty="0"/>
              <a:t>编程要点如下</a:t>
            </a:r>
            <a:r>
              <a:rPr lang="zh-CN" altLang="en-US" dirty="0" smtClean="0"/>
              <a:t>：</a:t>
            </a:r>
            <a:endParaRPr lang="en-US" altLang="zh-CN" dirty="0" smtClean="0"/>
          </a:p>
          <a:p>
            <a:pPr>
              <a:lnSpc>
                <a:spcPct val="110000"/>
              </a:lnSpc>
            </a:pPr>
            <a:r>
              <a:rPr lang="en-US" altLang="zh-CN" dirty="0" smtClean="0"/>
              <a:t>1. </a:t>
            </a:r>
            <a:r>
              <a:rPr lang="zh-CN" altLang="en-US" dirty="0" smtClean="0"/>
              <a:t>将</a:t>
            </a:r>
            <a:r>
              <a:rPr lang="zh-CN" altLang="en-US" dirty="0"/>
              <a:t>波段</a:t>
            </a:r>
            <a:r>
              <a:rPr lang="en-US" altLang="zh-CN" dirty="0"/>
              <a:t>3 </a:t>
            </a:r>
            <a:r>
              <a:rPr lang="zh-CN" altLang="en-US" dirty="0"/>
              <a:t>读入数组</a:t>
            </a:r>
            <a:r>
              <a:rPr lang="en-US" altLang="zh-CN" dirty="0"/>
              <a:t>data3</a:t>
            </a:r>
            <a:r>
              <a:rPr lang="zh-CN" altLang="en-US" dirty="0"/>
              <a:t>，将波段</a:t>
            </a:r>
            <a:r>
              <a:rPr lang="en-US" altLang="zh-CN" dirty="0"/>
              <a:t>2 </a:t>
            </a:r>
            <a:r>
              <a:rPr lang="zh-CN" altLang="en-US" dirty="0"/>
              <a:t>读入数组</a:t>
            </a:r>
            <a:r>
              <a:rPr lang="en-US" altLang="zh-CN" dirty="0"/>
              <a:t>data2</a:t>
            </a:r>
            <a:r>
              <a:rPr lang="zh-CN" altLang="en-US" dirty="0" smtClean="0"/>
              <a:t>；</a:t>
            </a:r>
            <a:endParaRPr lang="en-US" altLang="zh-CN" dirty="0" smtClean="0"/>
          </a:p>
          <a:p>
            <a:pPr>
              <a:lnSpc>
                <a:spcPct val="110000"/>
              </a:lnSpc>
            </a:pPr>
            <a:r>
              <a:rPr lang="en-US" altLang="zh-CN" dirty="0" smtClean="0"/>
              <a:t>2. </a:t>
            </a:r>
            <a:r>
              <a:rPr lang="zh-CN" altLang="en-US" dirty="0" smtClean="0"/>
              <a:t>将</a:t>
            </a:r>
            <a:r>
              <a:rPr lang="zh-CN" altLang="en-US" dirty="0"/>
              <a:t>上面计算公式，使用</a:t>
            </a:r>
            <a:r>
              <a:rPr lang="en-US" altLang="zh-CN" dirty="0"/>
              <a:t>Python </a:t>
            </a:r>
            <a:r>
              <a:rPr lang="zh-CN" altLang="en-US" dirty="0"/>
              <a:t>语言进行实现</a:t>
            </a:r>
            <a:r>
              <a:rPr lang="zh-CN" altLang="en-US" dirty="0" smtClean="0"/>
              <a:t>；</a:t>
            </a:r>
            <a:endParaRPr lang="en-US" altLang="zh-CN" dirty="0" smtClean="0"/>
          </a:p>
          <a:p>
            <a:pPr>
              <a:lnSpc>
                <a:spcPct val="110000"/>
              </a:lnSpc>
            </a:pPr>
            <a:r>
              <a:rPr lang="en-US" altLang="zh-CN" dirty="0" smtClean="0"/>
              <a:t>3. </a:t>
            </a:r>
            <a:r>
              <a:rPr lang="zh-CN" altLang="en-US" dirty="0" smtClean="0"/>
              <a:t>当</a:t>
            </a:r>
            <a:r>
              <a:rPr lang="en-US" altLang="zh-CN" dirty="0"/>
              <a:t>data3 </a:t>
            </a:r>
            <a:r>
              <a:rPr lang="zh-CN" altLang="en-US" dirty="0"/>
              <a:t>和</a:t>
            </a:r>
            <a:r>
              <a:rPr lang="en-US" altLang="zh-CN" dirty="0"/>
              <a:t>data2 </a:t>
            </a:r>
            <a:r>
              <a:rPr lang="zh-CN" altLang="en-US" dirty="0"/>
              <a:t>均为</a:t>
            </a:r>
            <a:r>
              <a:rPr lang="en-US" altLang="zh-CN" dirty="0"/>
              <a:t>0 </a:t>
            </a:r>
            <a:r>
              <a:rPr lang="zh-CN" altLang="en-US" dirty="0"/>
              <a:t>时（例如用</a:t>
            </a:r>
            <a:r>
              <a:rPr lang="en-US" altLang="zh-CN" dirty="0"/>
              <a:t>0 </a:t>
            </a:r>
            <a:r>
              <a:rPr lang="zh-CN" altLang="en-US" dirty="0"/>
              <a:t>表示</a:t>
            </a:r>
            <a:r>
              <a:rPr lang="en-US" altLang="zh-CN" dirty="0"/>
              <a:t>NODATA</a:t>
            </a:r>
            <a:r>
              <a:rPr lang="zh-CN" altLang="en-US" dirty="0"/>
              <a:t>），会出现</a:t>
            </a:r>
            <a:r>
              <a:rPr lang="zh-CN" altLang="en-US" dirty="0" smtClean="0"/>
              <a:t>被 </a:t>
            </a:r>
            <a:r>
              <a:rPr lang="en-US" altLang="zh-CN" dirty="0" smtClean="0"/>
              <a:t>0 </a:t>
            </a:r>
            <a:r>
              <a:rPr lang="zh-CN" altLang="en-US" dirty="0"/>
              <a:t>除的错误，导致程序崩溃。需要用</a:t>
            </a:r>
            <a:r>
              <a:rPr lang="en-US" altLang="zh-CN" dirty="0"/>
              <a:t>mask </a:t>
            </a:r>
            <a:r>
              <a:rPr lang="zh-CN" altLang="en-US" dirty="0"/>
              <a:t>配合</a:t>
            </a:r>
            <a:r>
              <a:rPr lang="en-US" altLang="zh-CN" dirty="0"/>
              <a:t>choose </a:t>
            </a:r>
            <a:r>
              <a:rPr lang="zh-CN" altLang="en-US" dirty="0"/>
              <a:t>将</a:t>
            </a:r>
            <a:r>
              <a:rPr lang="en-US" altLang="zh-CN" dirty="0"/>
              <a:t>0 </a:t>
            </a:r>
            <a:r>
              <a:rPr lang="zh-CN" altLang="en-US" dirty="0"/>
              <a:t>值去掉。</a:t>
            </a:r>
            <a:endParaRPr lang="en-US" altLang="zh-CN" dirty="0"/>
          </a:p>
        </p:txBody>
      </p:sp>
      <mc:AlternateContent xmlns:mc="http://schemas.openxmlformats.org/markup-compatibility/2006" xmlns:a14="http://schemas.microsoft.com/office/drawing/2010/main">
        <mc:Choice Requires="a14">
          <p:sp>
            <p:nvSpPr>
              <p:cNvPr id="3" name="文本框 2"/>
              <p:cNvSpPr txBox="1"/>
              <p:nvPr/>
            </p:nvSpPr>
            <p:spPr>
              <a:xfrm>
                <a:off x="4469565" y="1728216"/>
                <a:ext cx="3400805" cy="1046440"/>
              </a:xfrm>
              <a:prstGeom prst="rect">
                <a:avLst/>
              </a:prstGeom>
              <a:noFill/>
            </p:spPr>
            <p:txBody>
              <a:bodyPr wrap="square" lIns="0" tIns="0" rIns="0" bIns="0" rtlCol="0">
                <a:spAutoFit/>
              </a:bodyPr>
              <a:lstStyle/>
              <a:p>
                <a:pPr algn="ctr">
                  <a:lnSpc>
                    <a:spcPct val="150000"/>
                  </a:lnSpc>
                </a:pPr>
                <a14:m>
                  <m:oMathPara xmlns:m="http://schemas.openxmlformats.org/officeDocument/2006/math">
                    <m:oMathParaPr>
                      <m:jc m:val="centerGroup"/>
                    </m:oMathParaPr>
                    <m:oMath xmlns:m="http://schemas.openxmlformats.org/officeDocument/2006/math">
                      <m:r>
                        <a:rPr lang="en-US" altLang="zh-CN" sz="2400" i="1" smtClean="0">
                          <a:latin typeface="Cambria Math" panose="02040503050406030204" pitchFamily="18" charset="0"/>
                          <a:ea typeface="微软雅黑" panose="020B0503020204020204" pitchFamily="34" charset="-122"/>
                        </a:rPr>
                        <m:t>𝑁𝐷𝑉𝐼</m:t>
                      </m:r>
                      <m:r>
                        <a:rPr lang="en-US" altLang="zh-CN" sz="2400" i="1" smtClean="0">
                          <a:latin typeface="Cambria Math" panose="02040503050406030204" pitchFamily="18" charset="0"/>
                          <a:ea typeface="微软雅黑" panose="020B0503020204020204" pitchFamily="34" charset="-122"/>
                        </a:rPr>
                        <m:t>= </m:t>
                      </m:r>
                      <m:f>
                        <m:fPr>
                          <m:ctrlPr>
                            <a:rPr lang="en-US" altLang="zh-CN" sz="2400" b="0" i="1" smtClean="0">
                              <a:latin typeface="Cambria Math" panose="02040503050406030204" pitchFamily="18" charset="0"/>
                              <a:ea typeface="微软雅黑" panose="020B0503020204020204" pitchFamily="34" charset="-122"/>
                            </a:rPr>
                          </m:ctrlPr>
                        </m:fPr>
                        <m:num>
                          <m:r>
                            <a:rPr lang="en-US" altLang="zh-CN" sz="2400" i="1">
                              <a:latin typeface="Cambria Math" panose="02040503050406030204" pitchFamily="18" charset="0"/>
                              <a:ea typeface="微软雅黑" panose="020B0503020204020204" pitchFamily="34" charset="-122"/>
                            </a:rPr>
                            <m:t>𝑁𝐼𝑅</m:t>
                          </m:r>
                          <m:r>
                            <a:rPr lang="en-US" altLang="zh-CN" sz="2400" b="0" i="1" smtClean="0">
                              <a:latin typeface="Cambria Math" panose="02040503050406030204" pitchFamily="18" charset="0"/>
                              <a:ea typeface="微软雅黑" panose="020B0503020204020204" pitchFamily="34" charset="-122"/>
                            </a:rPr>
                            <m:t> −  </m:t>
                          </m:r>
                          <m:r>
                            <a:rPr lang="en-US" altLang="zh-CN" sz="2400" i="1">
                              <a:latin typeface="Cambria Math" panose="02040503050406030204" pitchFamily="18" charset="0"/>
                              <a:ea typeface="微软雅黑" panose="020B0503020204020204" pitchFamily="34" charset="-122"/>
                            </a:rPr>
                            <m:t>𝑅𝐸𝐷</m:t>
                          </m:r>
                        </m:num>
                        <m:den>
                          <m:r>
                            <a:rPr lang="en-US" altLang="zh-CN" sz="2400" i="1">
                              <a:latin typeface="Cambria Math" panose="02040503050406030204" pitchFamily="18" charset="0"/>
                              <a:ea typeface="微软雅黑" panose="020B0503020204020204" pitchFamily="34" charset="-122"/>
                            </a:rPr>
                            <m:t>𝑁𝐼𝑅</m:t>
                          </m:r>
                          <m:r>
                            <a:rPr lang="en-US" altLang="zh-CN" sz="2400" b="0" i="1" smtClean="0">
                              <a:latin typeface="Cambria Math" panose="02040503050406030204" pitchFamily="18" charset="0"/>
                              <a:ea typeface="微软雅黑" panose="020B0503020204020204" pitchFamily="34" charset="-122"/>
                            </a:rPr>
                            <m:t> </m:t>
                          </m:r>
                          <m:r>
                            <a:rPr lang="en-US" altLang="zh-CN" sz="2400" i="1">
                              <a:latin typeface="Cambria Math" panose="02040503050406030204" pitchFamily="18" charset="0"/>
                              <a:ea typeface="微软雅黑" panose="020B0503020204020204" pitchFamily="34" charset="-122"/>
                            </a:rPr>
                            <m:t>+</m:t>
                          </m:r>
                          <m:r>
                            <a:rPr lang="en-US" altLang="zh-CN" sz="2400" b="0" i="1" smtClean="0">
                              <a:latin typeface="Cambria Math" panose="02040503050406030204" pitchFamily="18" charset="0"/>
                              <a:ea typeface="微软雅黑" panose="020B0503020204020204" pitchFamily="34" charset="-122"/>
                            </a:rPr>
                            <m:t> </m:t>
                          </m:r>
                          <m:r>
                            <a:rPr lang="en-US" altLang="zh-CN" sz="2400" i="1">
                              <a:latin typeface="Cambria Math" panose="02040503050406030204" pitchFamily="18" charset="0"/>
                              <a:ea typeface="微软雅黑" panose="020B0503020204020204" pitchFamily="34" charset="-122"/>
                            </a:rPr>
                            <m:t>𝑅𝐸𝐷</m:t>
                          </m:r>
                        </m:den>
                      </m:f>
                    </m:oMath>
                  </m:oMathPara>
                </a14:m>
                <a:endParaRPr lang="zh-CN" altLang="en-US" sz="2400" i="1" dirty="0" smtClean="0">
                  <a:latin typeface="Times New Roman" panose="02020603050405020304" pitchFamily="18" charset="0"/>
                  <a:ea typeface="微软雅黑" panose="020B0503020204020204" pitchFamily="34" charset="-122"/>
                </a:endParaRPr>
              </a:p>
            </p:txBody>
          </p:sp>
        </mc:Choice>
        <mc:Fallback xmlns="">
          <p:sp>
            <p:nvSpPr>
              <p:cNvPr id="3" name="文本框 2"/>
              <p:cNvSpPr txBox="1">
                <a:spLocks noRot="1" noChangeAspect="1" noMove="1" noResize="1" noEditPoints="1" noAdjustHandles="1" noChangeArrowheads="1" noChangeShapeType="1" noTextEdit="1"/>
              </p:cNvSpPr>
              <p:nvPr/>
            </p:nvSpPr>
            <p:spPr>
              <a:xfrm>
                <a:off x="4469565" y="1728216"/>
                <a:ext cx="3400805" cy="1046440"/>
              </a:xfrm>
              <a:prstGeom prst="rect">
                <a:avLst/>
              </a:prstGeom>
              <a:blipFill>
                <a:blip r:embed="rId3"/>
                <a:stretch>
                  <a:fillRect/>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3418866103"/>
      </p:ext>
    </p:extLst>
  </p:cSld>
  <p:clrMapOvr>
    <a:masterClrMapping/>
  </p:clrMapOvr>
  <p:transition spd="slow"/>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标题 1"/>
          <p:cNvSpPr txBox="1">
            <a:spLocks/>
          </p:cNvSpPr>
          <p:nvPr/>
        </p:nvSpPr>
        <p:spPr>
          <a:xfrm>
            <a:off x="838200" y="148859"/>
            <a:ext cx="11353800" cy="714357"/>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lang="zh-CN" altLang="en-US" sz="4000" b="1" dirty="0" smtClean="0">
                <a:solidFill>
                  <a:srgbClr val="FFFFFF"/>
                </a:solidFill>
                <a:latin typeface="微软雅黑" panose="020B0503020204020204" pitchFamily="34" charset="-122"/>
                <a:ea typeface="微软雅黑" panose="020B0503020204020204" pitchFamily="34" charset="-122"/>
              </a:rPr>
              <a:t>地图代数代码</a:t>
            </a:r>
            <a:endParaRPr kumimoji="0" lang="zh-CN" altLang="en-US" sz="4000" b="1" i="0" u="none" strike="noStrike" kern="120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j-cs"/>
            </a:endParaRPr>
          </a:p>
        </p:txBody>
      </p:sp>
      <p:sp>
        <p:nvSpPr>
          <p:cNvPr id="4" name="矩形 3"/>
          <p:cNvSpPr/>
          <p:nvPr/>
        </p:nvSpPr>
        <p:spPr>
          <a:xfrm>
            <a:off x="1648968" y="1102578"/>
            <a:ext cx="9589008" cy="5355312"/>
          </a:xfrm>
          <a:prstGeom prst="rect">
            <a:avLst/>
          </a:prstGeom>
          <a:solidFill>
            <a:schemeClr val="bg1">
              <a:lumMod val="85000"/>
            </a:schemeClr>
          </a:solidFill>
        </p:spPr>
        <p:txBody>
          <a:bodyPr wrap="square">
            <a:spAutoFit/>
          </a:bodyPr>
          <a:lstStyle/>
          <a:p>
            <a:r>
              <a:rPr lang="en-US" altLang="zh-CN" sz="1600" dirty="0">
                <a:solidFill>
                  <a:srgbClr val="8080FF"/>
                </a:solidFill>
                <a:latin typeface="LMSans8-Regular-Identity-H"/>
              </a:rPr>
              <a:t>1 </a:t>
            </a:r>
            <a:r>
              <a:rPr lang="en-US" altLang="zh-CN" dirty="0">
                <a:solidFill>
                  <a:srgbClr val="666666"/>
                </a:solidFill>
                <a:latin typeface="YaHei_Monaco-R"/>
              </a:rPr>
              <a:t>&gt;&gt;&gt; </a:t>
            </a:r>
            <a:r>
              <a:rPr lang="en-US" altLang="zh-CN" dirty="0">
                <a:solidFill>
                  <a:srgbClr val="008000"/>
                </a:solidFill>
                <a:latin typeface="YaHei_Monaco-R"/>
              </a:rPr>
              <a:t>from </a:t>
            </a:r>
            <a:r>
              <a:rPr lang="en-US" altLang="zh-CN" dirty="0" err="1">
                <a:solidFill>
                  <a:srgbClr val="0000FF"/>
                </a:solidFill>
                <a:latin typeface="YaHei_Monaco-R"/>
              </a:rPr>
              <a:t>osgeo</a:t>
            </a:r>
            <a:r>
              <a:rPr lang="en-US" altLang="zh-CN" dirty="0">
                <a:solidFill>
                  <a:srgbClr val="0000FF"/>
                </a:solidFill>
                <a:latin typeface="YaHei_Monaco-R"/>
              </a:rPr>
              <a:t> </a:t>
            </a:r>
            <a:r>
              <a:rPr lang="en-US" altLang="zh-CN" dirty="0">
                <a:solidFill>
                  <a:srgbClr val="008000"/>
                </a:solidFill>
                <a:latin typeface="YaHei_Monaco-R"/>
              </a:rPr>
              <a:t>import </a:t>
            </a:r>
            <a:r>
              <a:rPr lang="en-US" altLang="zh-CN" dirty="0" err="1">
                <a:solidFill>
                  <a:srgbClr val="000000"/>
                </a:solidFill>
                <a:latin typeface="YaHei_Monaco-R"/>
              </a:rPr>
              <a:t>gdal</a:t>
            </a:r>
            <a:endParaRPr lang="en-US" altLang="zh-CN" dirty="0">
              <a:solidFill>
                <a:srgbClr val="000000"/>
              </a:solidFill>
              <a:latin typeface="YaHei_Monaco-R"/>
            </a:endParaRPr>
          </a:p>
          <a:p>
            <a:r>
              <a:rPr lang="en-US" altLang="zh-CN" sz="1600" dirty="0">
                <a:solidFill>
                  <a:srgbClr val="8080FF"/>
                </a:solidFill>
                <a:latin typeface="LMSans8-Regular-Identity-H"/>
              </a:rPr>
              <a:t>2 </a:t>
            </a:r>
            <a:r>
              <a:rPr lang="en-US" altLang="zh-CN" dirty="0">
                <a:solidFill>
                  <a:srgbClr val="666666"/>
                </a:solidFill>
                <a:latin typeface="YaHei_Monaco-R"/>
              </a:rPr>
              <a:t>&gt;&gt;&gt; </a:t>
            </a:r>
            <a:r>
              <a:rPr lang="en-US" altLang="zh-CN" dirty="0">
                <a:solidFill>
                  <a:srgbClr val="008000"/>
                </a:solidFill>
                <a:latin typeface="YaHei_Monaco-R"/>
              </a:rPr>
              <a:t>import </a:t>
            </a:r>
            <a:r>
              <a:rPr lang="en-US" altLang="zh-CN" dirty="0" err="1">
                <a:solidFill>
                  <a:srgbClr val="0000FF"/>
                </a:solidFill>
                <a:latin typeface="YaHei_Monaco-R"/>
              </a:rPr>
              <a:t>numpy</a:t>
            </a:r>
            <a:endParaRPr lang="en-US" altLang="zh-CN" dirty="0">
              <a:solidFill>
                <a:srgbClr val="0000FF"/>
              </a:solidFill>
              <a:latin typeface="YaHei_Monaco-R"/>
            </a:endParaRPr>
          </a:p>
          <a:p>
            <a:r>
              <a:rPr lang="en-US" altLang="zh-CN" sz="1600" dirty="0">
                <a:solidFill>
                  <a:srgbClr val="8080FF"/>
                </a:solidFill>
                <a:latin typeface="LMSans8-Regular-Identity-H"/>
              </a:rPr>
              <a:t>3 </a:t>
            </a:r>
            <a:r>
              <a:rPr lang="en-US" altLang="zh-CN" dirty="0">
                <a:solidFill>
                  <a:srgbClr val="666666"/>
                </a:solidFill>
                <a:latin typeface="YaHei_Monaco-R"/>
              </a:rPr>
              <a:t>&gt;&gt;&gt; </a:t>
            </a:r>
            <a:r>
              <a:rPr lang="en-US" altLang="zh-CN" dirty="0">
                <a:solidFill>
                  <a:srgbClr val="000000"/>
                </a:solidFill>
                <a:latin typeface="YaHei_Monaco-R"/>
              </a:rPr>
              <a:t>dataset </a:t>
            </a:r>
            <a:r>
              <a:rPr lang="en-US" altLang="zh-CN" dirty="0">
                <a:solidFill>
                  <a:srgbClr val="666666"/>
                </a:solidFill>
                <a:latin typeface="YaHei_Monaco-R"/>
              </a:rPr>
              <a:t>= </a:t>
            </a:r>
            <a:r>
              <a:rPr lang="en-US" altLang="zh-CN" dirty="0" err="1">
                <a:solidFill>
                  <a:srgbClr val="000000"/>
                </a:solidFill>
                <a:latin typeface="YaHei_Monaco-R"/>
              </a:rPr>
              <a:t>gdal</a:t>
            </a:r>
            <a:r>
              <a:rPr lang="en-US" altLang="zh-CN" dirty="0" err="1">
                <a:solidFill>
                  <a:srgbClr val="666666"/>
                </a:solidFill>
                <a:latin typeface="YaHei_Monaco-R"/>
              </a:rPr>
              <a:t>.</a:t>
            </a:r>
            <a:r>
              <a:rPr lang="en-US" altLang="zh-CN" dirty="0" err="1">
                <a:solidFill>
                  <a:srgbClr val="000000"/>
                </a:solidFill>
                <a:latin typeface="YaHei_Monaco-R"/>
              </a:rPr>
              <a:t>Open</a:t>
            </a:r>
            <a:r>
              <a:rPr lang="en-US" altLang="zh-CN" dirty="0">
                <a:solidFill>
                  <a:srgbClr val="000000"/>
                </a:solidFill>
                <a:latin typeface="YaHei_Monaco-R"/>
              </a:rPr>
              <a:t>(</a:t>
            </a:r>
            <a:r>
              <a:rPr lang="en-US" altLang="zh-CN" dirty="0">
                <a:solidFill>
                  <a:srgbClr val="BB2121"/>
                </a:solidFill>
                <a:latin typeface="YaHei_Monaco-R"/>
              </a:rPr>
              <a:t>"/</a:t>
            </a:r>
            <a:r>
              <a:rPr lang="en-US" altLang="zh-CN" dirty="0" err="1" smtClean="0">
                <a:solidFill>
                  <a:srgbClr val="BB2121"/>
                </a:solidFill>
                <a:latin typeface="YaHei_Monaco-R"/>
              </a:rPr>
              <a:t>gdata</a:t>
            </a:r>
            <a:r>
              <a:rPr lang="en-US" altLang="zh-CN" dirty="0" smtClean="0">
                <a:solidFill>
                  <a:srgbClr val="BB2121"/>
                </a:solidFill>
                <a:latin typeface="YaHei_Monaco-R"/>
              </a:rPr>
              <a:t>/</a:t>
            </a:r>
            <a:r>
              <a:rPr lang="en-US" altLang="zh-CN" dirty="0" err="1" smtClean="0">
                <a:solidFill>
                  <a:srgbClr val="BB2121"/>
                </a:solidFill>
                <a:latin typeface="YaHei_Monaco-R"/>
              </a:rPr>
              <a:t>geotiff_file.tif</a:t>
            </a:r>
            <a:r>
              <a:rPr lang="en-US" altLang="zh-CN" dirty="0">
                <a:solidFill>
                  <a:srgbClr val="BB2121"/>
                </a:solidFill>
                <a:latin typeface="YaHei_Monaco-R"/>
              </a:rPr>
              <a:t>"</a:t>
            </a:r>
            <a:r>
              <a:rPr lang="en-US" altLang="zh-CN" dirty="0">
                <a:solidFill>
                  <a:srgbClr val="000000"/>
                </a:solidFill>
                <a:latin typeface="YaHei_Monaco-R"/>
              </a:rPr>
              <a:t>)</a:t>
            </a:r>
          </a:p>
          <a:p>
            <a:r>
              <a:rPr lang="en-US" altLang="zh-CN" sz="1600" dirty="0">
                <a:solidFill>
                  <a:srgbClr val="8080FF"/>
                </a:solidFill>
                <a:latin typeface="LMSans8-Regular-Identity-H"/>
              </a:rPr>
              <a:t>4 </a:t>
            </a:r>
            <a:r>
              <a:rPr lang="en-US" altLang="zh-CN" dirty="0">
                <a:solidFill>
                  <a:srgbClr val="666666"/>
                </a:solidFill>
                <a:latin typeface="YaHei_Monaco-R"/>
              </a:rPr>
              <a:t>&gt;&gt;&gt; </a:t>
            </a:r>
            <a:r>
              <a:rPr lang="en-US" altLang="zh-CN" dirty="0">
                <a:solidFill>
                  <a:srgbClr val="000000"/>
                </a:solidFill>
                <a:latin typeface="YaHei_Monaco-R"/>
              </a:rPr>
              <a:t>band2 </a:t>
            </a:r>
            <a:r>
              <a:rPr lang="en-US" altLang="zh-CN" dirty="0">
                <a:solidFill>
                  <a:srgbClr val="666666"/>
                </a:solidFill>
                <a:latin typeface="YaHei_Monaco-R"/>
              </a:rPr>
              <a:t>= </a:t>
            </a:r>
            <a:r>
              <a:rPr lang="en-US" altLang="zh-CN" dirty="0" err="1">
                <a:solidFill>
                  <a:srgbClr val="000000"/>
                </a:solidFill>
                <a:latin typeface="YaHei_Monaco-R"/>
              </a:rPr>
              <a:t>dataset</a:t>
            </a:r>
            <a:r>
              <a:rPr lang="en-US" altLang="zh-CN" dirty="0" err="1">
                <a:solidFill>
                  <a:srgbClr val="666666"/>
                </a:solidFill>
                <a:latin typeface="YaHei_Monaco-R"/>
              </a:rPr>
              <a:t>.</a:t>
            </a:r>
            <a:r>
              <a:rPr lang="en-US" altLang="zh-CN" dirty="0" err="1">
                <a:solidFill>
                  <a:srgbClr val="000000"/>
                </a:solidFill>
                <a:latin typeface="YaHei_Monaco-R"/>
              </a:rPr>
              <a:t>GetRasterBand</a:t>
            </a:r>
            <a:r>
              <a:rPr lang="en-US" altLang="zh-CN" dirty="0">
                <a:solidFill>
                  <a:srgbClr val="000000"/>
                </a:solidFill>
                <a:latin typeface="YaHei_Monaco-R"/>
              </a:rPr>
              <a:t>(</a:t>
            </a:r>
            <a:r>
              <a:rPr lang="en-US" altLang="zh-CN" dirty="0">
                <a:solidFill>
                  <a:srgbClr val="666666"/>
                </a:solidFill>
                <a:latin typeface="YaHei_Monaco-R"/>
              </a:rPr>
              <a:t>2</a:t>
            </a:r>
            <a:r>
              <a:rPr lang="en-US" altLang="zh-CN" dirty="0">
                <a:solidFill>
                  <a:srgbClr val="000000"/>
                </a:solidFill>
                <a:latin typeface="YaHei_Monaco-R"/>
              </a:rPr>
              <a:t>)</a:t>
            </a:r>
          </a:p>
          <a:p>
            <a:r>
              <a:rPr lang="en-US" altLang="zh-CN" sz="1600" dirty="0">
                <a:solidFill>
                  <a:srgbClr val="8080FF"/>
                </a:solidFill>
                <a:latin typeface="LMSans8-Regular-Identity-H"/>
              </a:rPr>
              <a:t>5 </a:t>
            </a:r>
            <a:r>
              <a:rPr lang="en-US" altLang="zh-CN" dirty="0">
                <a:solidFill>
                  <a:srgbClr val="666666"/>
                </a:solidFill>
                <a:latin typeface="YaHei_Monaco-R"/>
              </a:rPr>
              <a:t>&gt;&gt;&gt; </a:t>
            </a:r>
            <a:r>
              <a:rPr lang="en-US" altLang="zh-CN" dirty="0">
                <a:solidFill>
                  <a:srgbClr val="000000"/>
                </a:solidFill>
                <a:latin typeface="YaHei_Monaco-R"/>
              </a:rPr>
              <a:t>band3 </a:t>
            </a:r>
            <a:r>
              <a:rPr lang="en-US" altLang="zh-CN" dirty="0">
                <a:solidFill>
                  <a:srgbClr val="666666"/>
                </a:solidFill>
                <a:latin typeface="YaHei_Monaco-R"/>
              </a:rPr>
              <a:t>= </a:t>
            </a:r>
            <a:r>
              <a:rPr lang="en-US" altLang="zh-CN" dirty="0" err="1">
                <a:solidFill>
                  <a:srgbClr val="000000"/>
                </a:solidFill>
                <a:latin typeface="YaHei_Monaco-R"/>
              </a:rPr>
              <a:t>dataset</a:t>
            </a:r>
            <a:r>
              <a:rPr lang="en-US" altLang="zh-CN" dirty="0" err="1">
                <a:solidFill>
                  <a:srgbClr val="666666"/>
                </a:solidFill>
                <a:latin typeface="YaHei_Monaco-R"/>
              </a:rPr>
              <a:t>.</a:t>
            </a:r>
            <a:r>
              <a:rPr lang="en-US" altLang="zh-CN" dirty="0" err="1">
                <a:solidFill>
                  <a:srgbClr val="000000"/>
                </a:solidFill>
                <a:latin typeface="YaHei_Monaco-R"/>
              </a:rPr>
              <a:t>GetRasterBand</a:t>
            </a:r>
            <a:r>
              <a:rPr lang="en-US" altLang="zh-CN" dirty="0">
                <a:solidFill>
                  <a:srgbClr val="000000"/>
                </a:solidFill>
                <a:latin typeface="YaHei_Monaco-R"/>
              </a:rPr>
              <a:t>(</a:t>
            </a:r>
            <a:r>
              <a:rPr lang="en-US" altLang="zh-CN" dirty="0">
                <a:solidFill>
                  <a:srgbClr val="666666"/>
                </a:solidFill>
                <a:latin typeface="YaHei_Monaco-R"/>
              </a:rPr>
              <a:t>3</a:t>
            </a:r>
            <a:r>
              <a:rPr lang="en-US" altLang="zh-CN" dirty="0">
                <a:solidFill>
                  <a:srgbClr val="000000"/>
                </a:solidFill>
                <a:latin typeface="YaHei_Monaco-R"/>
              </a:rPr>
              <a:t>)</a:t>
            </a:r>
          </a:p>
          <a:p>
            <a:r>
              <a:rPr lang="en-US" altLang="zh-CN" sz="1600" dirty="0">
                <a:solidFill>
                  <a:srgbClr val="8080FF"/>
                </a:solidFill>
                <a:latin typeface="LMSans8-Regular-Identity-H"/>
              </a:rPr>
              <a:t>6 </a:t>
            </a:r>
            <a:r>
              <a:rPr lang="en-US" altLang="zh-CN" dirty="0">
                <a:solidFill>
                  <a:srgbClr val="666666"/>
                </a:solidFill>
                <a:latin typeface="YaHei_Monaco-R"/>
              </a:rPr>
              <a:t>&gt;&gt;&gt; </a:t>
            </a:r>
            <a:r>
              <a:rPr lang="en-US" altLang="zh-CN" dirty="0">
                <a:solidFill>
                  <a:srgbClr val="000000"/>
                </a:solidFill>
                <a:latin typeface="YaHei_Monaco-R"/>
              </a:rPr>
              <a:t>cols </a:t>
            </a:r>
            <a:r>
              <a:rPr lang="en-US" altLang="zh-CN" dirty="0">
                <a:solidFill>
                  <a:srgbClr val="666666"/>
                </a:solidFill>
                <a:latin typeface="YaHei_Monaco-R"/>
              </a:rPr>
              <a:t>= 100</a:t>
            </a:r>
          </a:p>
          <a:p>
            <a:r>
              <a:rPr lang="en-US" altLang="zh-CN" sz="1600" dirty="0">
                <a:solidFill>
                  <a:srgbClr val="8080FF"/>
                </a:solidFill>
                <a:latin typeface="LMSans8-Regular-Identity-H"/>
              </a:rPr>
              <a:t>7 </a:t>
            </a:r>
            <a:r>
              <a:rPr lang="en-US" altLang="zh-CN" dirty="0">
                <a:solidFill>
                  <a:srgbClr val="666666"/>
                </a:solidFill>
                <a:latin typeface="YaHei_Monaco-R"/>
              </a:rPr>
              <a:t>&gt;&gt;&gt; </a:t>
            </a:r>
            <a:r>
              <a:rPr lang="en-US" altLang="zh-CN" dirty="0">
                <a:solidFill>
                  <a:srgbClr val="000000"/>
                </a:solidFill>
                <a:latin typeface="YaHei_Monaco-R"/>
              </a:rPr>
              <a:t>rows </a:t>
            </a:r>
            <a:r>
              <a:rPr lang="en-US" altLang="zh-CN" dirty="0">
                <a:solidFill>
                  <a:srgbClr val="666666"/>
                </a:solidFill>
                <a:latin typeface="YaHei_Monaco-R"/>
              </a:rPr>
              <a:t>= 100</a:t>
            </a:r>
          </a:p>
          <a:p>
            <a:r>
              <a:rPr lang="en-US" altLang="zh-CN" sz="1600" dirty="0">
                <a:solidFill>
                  <a:srgbClr val="8080FF"/>
                </a:solidFill>
                <a:latin typeface="LMSans8-Regular-Identity-H"/>
              </a:rPr>
              <a:t>8 </a:t>
            </a:r>
            <a:r>
              <a:rPr lang="en-US" altLang="zh-CN" dirty="0">
                <a:solidFill>
                  <a:srgbClr val="666666"/>
                </a:solidFill>
                <a:latin typeface="YaHei_Monaco-R"/>
              </a:rPr>
              <a:t>&gt;&gt;&gt; </a:t>
            </a:r>
            <a:r>
              <a:rPr lang="en-US" altLang="zh-CN" dirty="0">
                <a:solidFill>
                  <a:srgbClr val="000000"/>
                </a:solidFill>
                <a:latin typeface="YaHei_Monaco-R"/>
              </a:rPr>
              <a:t>data2 </a:t>
            </a:r>
            <a:r>
              <a:rPr lang="en-US" altLang="zh-CN" dirty="0">
                <a:solidFill>
                  <a:srgbClr val="666666"/>
                </a:solidFill>
                <a:latin typeface="YaHei_Monaco-R"/>
              </a:rPr>
              <a:t>= </a:t>
            </a:r>
            <a:r>
              <a:rPr lang="en-US" altLang="zh-CN" dirty="0">
                <a:solidFill>
                  <a:srgbClr val="000000"/>
                </a:solidFill>
                <a:latin typeface="YaHei_Monaco-R"/>
              </a:rPr>
              <a:t>band2</a:t>
            </a:r>
            <a:r>
              <a:rPr lang="en-US" altLang="zh-CN" dirty="0">
                <a:solidFill>
                  <a:srgbClr val="666666"/>
                </a:solidFill>
                <a:latin typeface="YaHei_Monaco-R"/>
              </a:rPr>
              <a:t>.</a:t>
            </a:r>
            <a:r>
              <a:rPr lang="en-US" altLang="zh-CN" dirty="0">
                <a:solidFill>
                  <a:srgbClr val="000000"/>
                </a:solidFill>
                <a:latin typeface="YaHei_Monaco-R"/>
              </a:rPr>
              <a:t>ReadAsArray(</a:t>
            </a:r>
            <a:r>
              <a:rPr lang="en-US" altLang="zh-CN" dirty="0">
                <a:solidFill>
                  <a:srgbClr val="666666"/>
                </a:solidFill>
                <a:latin typeface="YaHei_Monaco-R"/>
              </a:rPr>
              <a:t>0</a:t>
            </a:r>
            <a:r>
              <a:rPr lang="en-US" altLang="zh-CN" dirty="0">
                <a:solidFill>
                  <a:srgbClr val="000000"/>
                </a:solidFill>
                <a:latin typeface="YaHei_Monaco-R"/>
              </a:rPr>
              <a:t>, </a:t>
            </a:r>
            <a:r>
              <a:rPr lang="en-US" altLang="zh-CN" dirty="0">
                <a:solidFill>
                  <a:srgbClr val="666666"/>
                </a:solidFill>
                <a:latin typeface="YaHei_Monaco-R"/>
              </a:rPr>
              <a:t>0</a:t>
            </a:r>
            <a:r>
              <a:rPr lang="en-US" altLang="zh-CN" dirty="0">
                <a:solidFill>
                  <a:srgbClr val="000000"/>
                </a:solidFill>
                <a:latin typeface="YaHei_Monaco-R"/>
              </a:rPr>
              <a:t>, </a:t>
            </a:r>
            <a:r>
              <a:rPr lang="en-US" altLang="zh-CN" dirty="0" err="1">
                <a:solidFill>
                  <a:srgbClr val="000000"/>
                </a:solidFill>
                <a:latin typeface="YaHei_Monaco-R"/>
              </a:rPr>
              <a:t>cols,rows</a:t>
            </a:r>
            <a:r>
              <a:rPr lang="en-US" altLang="zh-CN" dirty="0">
                <a:solidFill>
                  <a:srgbClr val="000000"/>
                </a:solidFill>
                <a:latin typeface="YaHei_Monaco-R"/>
              </a:rPr>
              <a:t>)</a:t>
            </a:r>
            <a:r>
              <a:rPr lang="en-US" altLang="zh-CN" dirty="0">
                <a:solidFill>
                  <a:srgbClr val="666666"/>
                </a:solidFill>
                <a:latin typeface="YaHei_Monaco-R"/>
              </a:rPr>
              <a:t>.</a:t>
            </a:r>
            <a:r>
              <a:rPr lang="en-US" altLang="zh-CN" dirty="0" err="1">
                <a:solidFill>
                  <a:srgbClr val="000000"/>
                </a:solidFill>
                <a:latin typeface="YaHei_Monaco-R"/>
              </a:rPr>
              <a:t>astype</a:t>
            </a:r>
            <a:r>
              <a:rPr lang="en-US" altLang="zh-CN" dirty="0">
                <a:solidFill>
                  <a:srgbClr val="000000"/>
                </a:solidFill>
                <a:latin typeface="YaHei_Monaco-R"/>
              </a:rPr>
              <a:t>(numpy</a:t>
            </a:r>
            <a:r>
              <a:rPr lang="en-US" altLang="zh-CN" dirty="0">
                <a:solidFill>
                  <a:srgbClr val="666666"/>
                </a:solidFill>
                <a:latin typeface="YaHei_Monaco-R"/>
              </a:rPr>
              <a:t>.</a:t>
            </a:r>
            <a:r>
              <a:rPr lang="en-US" altLang="zh-CN" dirty="0">
                <a:solidFill>
                  <a:srgbClr val="000000"/>
                </a:solidFill>
                <a:latin typeface="YaHei_Monaco-R"/>
              </a:rPr>
              <a:t>float16)</a:t>
            </a:r>
          </a:p>
          <a:p>
            <a:r>
              <a:rPr lang="en-US" altLang="zh-CN" sz="1600" dirty="0">
                <a:solidFill>
                  <a:srgbClr val="8080FF"/>
                </a:solidFill>
                <a:latin typeface="LMSans8-Regular-Identity-H"/>
              </a:rPr>
              <a:t>9 </a:t>
            </a:r>
            <a:r>
              <a:rPr lang="en-US" altLang="zh-CN" dirty="0">
                <a:solidFill>
                  <a:srgbClr val="666666"/>
                </a:solidFill>
                <a:latin typeface="YaHei_Monaco-R"/>
              </a:rPr>
              <a:t>&gt;&gt;&gt; </a:t>
            </a:r>
            <a:r>
              <a:rPr lang="en-US" altLang="zh-CN" dirty="0">
                <a:solidFill>
                  <a:srgbClr val="000000"/>
                </a:solidFill>
                <a:latin typeface="YaHei_Monaco-R"/>
              </a:rPr>
              <a:t>data3 </a:t>
            </a:r>
            <a:r>
              <a:rPr lang="en-US" altLang="zh-CN" dirty="0">
                <a:solidFill>
                  <a:srgbClr val="666666"/>
                </a:solidFill>
                <a:latin typeface="YaHei_Monaco-R"/>
              </a:rPr>
              <a:t>= </a:t>
            </a:r>
            <a:r>
              <a:rPr lang="en-US" altLang="zh-CN" dirty="0">
                <a:solidFill>
                  <a:srgbClr val="000000"/>
                </a:solidFill>
                <a:latin typeface="YaHei_Monaco-R"/>
              </a:rPr>
              <a:t>band3</a:t>
            </a:r>
            <a:r>
              <a:rPr lang="en-US" altLang="zh-CN" dirty="0">
                <a:solidFill>
                  <a:srgbClr val="666666"/>
                </a:solidFill>
                <a:latin typeface="YaHei_Monaco-R"/>
              </a:rPr>
              <a:t>.</a:t>
            </a:r>
            <a:r>
              <a:rPr lang="en-US" altLang="zh-CN" dirty="0">
                <a:solidFill>
                  <a:srgbClr val="000000"/>
                </a:solidFill>
                <a:latin typeface="YaHei_Monaco-R"/>
              </a:rPr>
              <a:t>ReadAsArray(</a:t>
            </a:r>
            <a:r>
              <a:rPr lang="en-US" altLang="zh-CN" dirty="0">
                <a:solidFill>
                  <a:srgbClr val="666666"/>
                </a:solidFill>
                <a:latin typeface="YaHei_Monaco-R"/>
              </a:rPr>
              <a:t>0</a:t>
            </a:r>
            <a:r>
              <a:rPr lang="en-US" altLang="zh-CN" dirty="0">
                <a:solidFill>
                  <a:srgbClr val="000000"/>
                </a:solidFill>
                <a:latin typeface="YaHei_Monaco-R"/>
              </a:rPr>
              <a:t>, </a:t>
            </a:r>
            <a:r>
              <a:rPr lang="en-US" altLang="zh-CN" dirty="0">
                <a:solidFill>
                  <a:srgbClr val="666666"/>
                </a:solidFill>
                <a:latin typeface="YaHei_Monaco-R"/>
              </a:rPr>
              <a:t>0</a:t>
            </a:r>
            <a:r>
              <a:rPr lang="en-US" altLang="zh-CN" dirty="0">
                <a:solidFill>
                  <a:srgbClr val="000000"/>
                </a:solidFill>
                <a:latin typeface="YaHei_Monaco-R"/>
              </a:rPr>
              <a:t>, </a:t>
            </a:r>
            <a:r>
              <a:rPr lang="en-US" altLang="zh-CN" dirty="0" err="1">
                <a:solidFill>
                  <a:srgbClr val="000000"/>
                </a:solidFill>
                <a:latin typeface="YaHei_Monaco-R"/>
              </a:rPr>
              <a:t>cols,rows</a:t>
            </a:r>
            <a:r>
              <a:rPr lang="en-US" altLang="zh-CN" dirty="0">
                <a:solidFill>
                  <a:srgbClr val="000000"/>
                </a:solidFill>
                <a:latin typeface="YaHei_Monaco-R"/>
              </a:rPr>
              <a:t>)</a:t>
            </a:r>
            <a:r>
              <a:rPr lang="en-US" altLang="zh-CN" dirty="0">
                <a:solidFill>
                  <a:srgbClr val="666666"/>
                </a:solidFill>
                <a:latin typeface="YaHei_Monaco-R"/>
              </a:rPr>
              <a:t>.</a:t>
            </a:r>
            <a:r>
              <a:rPr lang="en-US" altLang="zh-CN" dirty="0" err="1">
                <a:solidFill>
                  <a:srgbClr val="000000"/>
                </a:solidFill>
                <a:latin typeface="YaHei_Monaco-R"/>
              </a:rPr>
              <a:t>astype</a:t>
            </a:r>
            <a:r>
              <a:rPr lang="en-US" altLang="zh-CN" dirty="0">
                <a:solidFill>
                  <a:srgbClr val="000000"/>
                </a:solidFill>
                <a:latin typeface="YaHei_Monaco-R"/>
              </a:rPr>
              <a:t>(numpy</a:t>
            </a:r>
            <a:r>
              <a:rPr lang="en-US" altLang="zh-CN" dirty="0">
                <a:solidFill>
                  <a:srgbClr val="666666"/>
                </a:solidFill>
                <a:latin typeface="YaHei_Monaco-R"/>
              </a:rPr>
              <a:t>.</a:t>
            </a:r>
            <a:r>
              <a:rPr lang="en-US" altLang="zh-CN" dirty="0">
                <a:solidFill>
                  <a:srgbClr val="000000"/>
                </a:solidFill>
                <a:latin typeface="YaHei_Monaco-R"/>
              </a:rPr>
              <a:t>float16)</a:t>
            </a:r>
          </a:p>
          <a:p>
            <a:r>
              <a:rPr lang="en-US" altLang="zh-CN" sz="1600" dirty="0">
                <a:solidFill>
                  <a:srgbClr val="8080FF"/>
                </a:solidFill>
                <a:latin typeface="LMSans8-Regular-Identity-H"/>
              </a:rPr>
              <a:t>10 </a:t>
            </a:r>
            <a:r>
              <a:rPr lang="en-US" altLang="zh-CN" dirty="0">
                <a:solidFill>
                  <a:srgbClr val="666666"/>
                </a:solidFill>
                <a:latin typeface="YaHei_Monaco-R"/>
              </a:rPr>
              <a:t>&gt;&gt;&gt; </a:t>
            </a:r>
            <a:r>
              <a:rPr lang="en-US" altLang="zh-CN" dirty="0">
                <a:solidFill>
                  <a:srgbClr val="000000"/>
                </a:solidFill>
                <a:latin typeface="YaHei_Monaco-R"/>
              </a:rPr>
              <a:t>mask </a:t>
            </a:r>
            <a:r>
              <a:rPr lang="en-US" altLang="zh-CN" dirty="0">
                <a:solidFill>
                  <a:srgbClr val="666666"/>
                </a:solidFill>
                <a:latin typeface="YaHei_Monaco-R"/>
              </a:rPr>
              <a:t>= </a:t>
            </a:r>
            <a:r>
              <a:rPr lang="en-US" altLang="zh-CN" b="1" dirty="0" err="1">
                <a:latin typeface="YaHei_Monaco-R"/>
              </a:rPr>
              <a:t>numpy.greater</a:t>
            </a:r>
            <a:r>
              <a:rPr lang="en-US" altLang="zh-CN" dirty="0">
                <a:solidFill>
                  <a:srgbClr val="000000"/>
                </a:solidFill>
                <a:latin typeface="YaHei_Monaco-R"/>
              </a:rPr>
              <a:t>(data3 </a:t>
            </a:r>
            <a:r>
              <a:rPr lang="en-US" altLang="zh-CN" dirty="0">
                <a:solidFill>
                  <a:srgbClr val="666666"/>
                </a:solidFill>
                <a:latin typeface="YaHei_Monaco-R"/>
              </a:rPr>
              <a:t>+ </a:t>
            </a:r>
            <a:r>
              <a:rPr lang="en-US" altLang="zh-CN" dirty="0">
                <a:solidFill>
                  <a:srgbClr val="000000"/>
                </a:solidFill>
                <a:latin typeface="YaHei_Monaco-R"/>
              </a:rPr>
              <a:t>data2, </a:t>
            </a:r>
            <a:r>
              <a:rPr lang="en-US" altLang="zh-CN" dirty="0">
                <a:solidFill>
                  <a:srgbClr val="666666"/>
                </a:solidFill>
                <a:latin typeface="YaHei_Monaco-R"/>
              </a:rPr>
              <a:t>0</a:t>
            </a:r>
            <a:r>
              <a:rPr lang="en-US" altLang="zh-CN" dirty="0" smtClean="0">
                <a:solidFill>
                  <a:srgbClr val="000000"/>
                </a:solidFill>
                <a:latin typeface="YaHei_Monaco-R"/>
              </a:rPr>
              <a:t>)   </a:t>
            </a:r>
            <a:r>
              <a:rPr lang="en-US" altLang="zh-CN" b="1" dirty="0">
                <a:latin typeface="YaHei_Monaco-R"/>
              </a:rPr>
              <a:t>#</a:t>
            </a:r>
            <a:r>
              <a:rPr lang="en-US" altLang="zh-CN" b="1" dirty="0" err="1">
                <a:latin typeface="YaHei_Monaco-R"/>
              </a:rPr>
              <a:t>numpy.greater</a:t>
            </a:r>
            <a:r>
              <a:rPr lang="en-US" altLang="zh-CN" b="1" dirty="0">
                <a:latin typeface="YaHei_Monaco-R"/>
              </a:rPr>
              <a:t>(x1</a:t>
            </a:r>
            <a:r>
              <a:rPr lang="zh-CN" altLang="en-US" b="1" dirty="0">
                <a:latin typeface="YaHei_Monaco-R"/>
              </a:rPr>
              <a:t>，</a:t>
            </a:r>
            <a:r>
              <a:rPr lang="en-US" altLang="zh-CN" b="1" dirty="0">
                <a:latin typeface="YaHei_Monaco-R"/>
              </a:rPr>
              <a:t>x2 [</a:t>
            </a:r>
            <a:r>
              <a:rPr lang="zh-CN" altLang="en-US" b="1" dirty="0">
                <a:latin typeface="YaHei_Monaco-R"/>
              </a:rPr>
              <a:t>，</a:t>
            </a:r>
            <a:r>
              <a:rPr lang="en-US" altLang="zh-CN" b="1" dirty="0">
                <a:latin typeface="YaHei_Monaco-R"/>
              </a:rPr>
              <a:t>out])</a:t>
            </a:r>
            <a:r>
              <a:rPr lang="zh-CN" altLang="en-US" b="1" dirty="0">
                <a:latin typeface="YaHei_Monaco-R"/>
              </a:rPr>
              <a:t>：检查</a:t>
            </a:r>
            <a:r>
              <a:rPr lang="en-US" altLang="zh-CN" b="1" dirty="0">
                <a:latin typeface="YaHei_Monaco-R"/>
              </a:rPr>
              <a:t>x1</a:t>
            </a:r>
            <a:r>
              <a:rPr lang="zh-CN" altLang="en-US" b="1" dirty="0">
                <a:latin typeface="YaHei_Monaco-R"/>
              </a:rPr>
              <a:t>是否大于</a:t>
            </a:r>
            <a:r>
              <a:rPr lang="en-US" altLang="zh-CN" b="1" dirty="0" smtClean="0">
                <a:latin typeface="YaHei_Monaco-R"/>
              </a:rPr>
              <a:t>x2</a:t>
            </a:r>
          </a:p>
          <a:p>
            <a:r>
              <a:rPr lang="it-IT" altLang="zh-CN" sz="1600" dirty="0" smtClean="0">
                <a:solidFill>
                  <a:srgbClr val="8080FF"/>
                </a:solidFill>
                <a:latin typeface="LMSans8-Regular-Identity-H"/>
              </a:rPr>
              <a:t>11 </a:t>
            </a:r>
            <a:r>
              <a:rPr lang="it-IT" altLang="zh-CN" dirty="0">
                <a:solidFill>
                  <a:srgbClr val="666666"/>
                </a:solidFill>
                <a:latin typeface="YaHei_Monaco-R"/>
              </a:rPr>
              <a:t>&gt;&gt;&gt; </a:t>
            </a:r>
            <a:r>
              <a:rPr lang="it-IT" altLang="zh-CN" dirty="0">
                <a:solidFill>
                  <a:srgbClr val="000000"/>
                </a:solidFill>
                <a:latin typeface="YaHei_Monaco-R"/>
              </a:rPr>
              <a:t>ndvi </a:t>
            </a:r>
            <a:r>
              <a:rPr lang="it-IT" altLang="zh-CN" dirty="0">
                <a:solidFill>
                  <a:srgbClr val="666666"/>
                </a:solidFill>
                <a:latin typeface="YaHei_Monaco-R"/>
              </a:rPr>
              <a:t>= </a:t>
            </a:r>
            <a:r>
              <a:rPr lang="it-IT" altLang="zh-CN" b="1" dirty="0">
                <a:solidFill>
                  <a:srgbClr val="000000"/>
                </a:solidFill>
                <a:latin typeface="YaHei_Monaco-R"/>
              </a:rPr>
              <a:t>numpy</a:t>
            </a:r>
            <a:r>
              <a:rPr lang="it-IT" altLang="zh-CN" b="1" dirty="0">
                <a:solidFill>
                  <a:srgbClr val="666666"/>
                </a:solidFill>
                <a:latin typeface="YaHei_Monaco-R"/>
              </a:rPr>
              <a:t>.</a:t>
            </a:r>
            <a:r>
              <a:rPr lang="it-IT" altLang="zh-CN" b="1" dirty="0">
                <a:solidFill>
                  <a:srgbClr val="000000"/>
                </a:solidFill>
                <a:latin typeface="YaHei_Monaco-R"/>
              </a:rPr>
              <a:t>choose</a:t>
            </a:r>
            <a:r>
              <a:rPr lang="it-IT" altLang="zh-CN" dirty="0">
                <a:solidFill>
                  <a:srgbClr val="000000"/>
                </a:solidFill>
                <a:latin typeface="YaHei_Monaco-R"/>
              </a:rPr>
              <a:t>(mask, (</a:t>
            </a:r>
            <a:r>
              <a:rPr lang="it-IT" altLang="zh-CN" dirty="0">
                <a:solidFill>
                  <a:srgbClr val="666666"/>
                </a:solidFill>
                <a:latin typeface="YaHei_Monaco-R"/>
              </a:rPr>
              <a:t>-99</a:t>
            </a:r>
            <a:r>
              <a:rPr lang="it-IT" altLang="zh-CN" dirty="0">
                <a:solidFill>
                  <a:srgbClr val="000000"/>
                </a:solidFill>
                <a:latin typeface="YaHei_Monaco-R"/>
              </a:rPr>
              <a:t>, (data3 </a:t>
            </a:r>
            <a:r>
              <a:rPr lang="it-IT" altLang="zh-CN" dirty="0">
                <a:solidFill>
                  <a:srgbClr val="666666"/>
                </a:solidFill>
                <a:latin typeface="YaHei_Monaco-R"/>
              </a:rPr>
              <a:t>- </a:t>
            </a:r>
            <a:r>
              <a:rPr lang="it-IT" altLang="zh-CN" dirty="0">
                <a:solidFill>
                  <a:srgbClr val="000000"/>
                </a:solidFill>
                <a:latin typeface="YaHei_Monaco-R"/>
              </a:rPr>
              <a:t>data2) </a:t>
            </a:r>
            <a:r>
              <a:rPr lang="it-IT" altLang="zh-CN" dirty="0">
                <a:solidFill>
                  <a:srgbClr val="666666"/>
                </a:solidFill>
                <a:latin typeface="YaHei_Monaco-R"/>
              </a:rPr>
              <a:t>/ </a:t>
            </a:r>
            <a:r>
              <a:rPr lang="it-IT" altLang="zh-CN" dirty="0">
                <a:solidFill>
                  <a:srgbClr val="000000"/>
                </a:solidFill>
                <a:latin typeface="YaHei_Monaco-R"/>
              </a:rPr>
              <a:t>(data3 </a:t>
            </a:r>
            <a:r>
              <a:rPr lang="it-IT" altLang="zh-CN" dirty="0">
                <a:solidFill>
                  <a:srgbClr val="666666"/>
                </a:solidFill>
                <a:latin typeface="YaHei_Monaco-R"/>
              </a:rPr>
              <a:t>+ </a:t>
            </a:r>
            <a:r>
              <a:rPr lang="it-IT" altLang="zh-CN" dirty="0">
                <a:solidFill>
                  <a:srgbClr val="000000"/>
                </a:solidFill>
                <a:latin typeface="YaHei_Monaco-R"/>
              </a:rPr>
              <a:t>data2</a:t>
            </a:r>
            <a:r>
              <a:rPr lang="it-IT" altLang="zh-CN" dirty="0" smtClean="0">
                <a:solidFill>
                  <a:srgbClr val="000000"/>
                </a:solidFill>
                <a:latin typeface="YaHei_Monaco-R"/>
              </a:rPr>
              <a:t>))) </a:t>
            </a:r>
            <a:r>
              <a:rPr lang="en-US" altLang="zh-CN" b="1" dirty="0">
                <a:latin typeface="YaHei_Monaco-R"/>
              </a:rPr>
              <a:t>#</a:t>
            </a:r>
            <a:r>
              <a:rPr lang="en-US" altLang="zh-CN" b="1" dirty="0" err="1">
                <a:latin typeface="YaHei_Monaco-R"/>
              </a:rPr>
              <a:t>numpy.choose</a:t>
            </a:r>
            <a:r>
              <a:rPr lang="en-US" altLang="zh-CN" b="1" dirty="0">
                <a:latin typeface="YaHei_Monaco-R"/>
              </a:rPr>
              <a:t>(a, choices, </a:t>
            </a:r>
            <a:r>
              <a:rPr lang="en-US" altLang="zh-CN" b="1" dirty="0" smtClean="0">
                <a:latin typeface="YaHei_Monaco-R"/>
              </a:rPr>
              <a:t>out, mode)</a:t>
            </a:r>
            <a:r>
              <a:rPr lang="zh-CN" altLang="en-US" b="1" dirty="0">
                <a:latin typeface="YaHei_Monaco-R"/>
              </a:rPr>
              <a:t>：按照序号</a:t>
            </a:r>
            <a:r>
              <a:rPr lang="en-US" altLang="zh-CN" b="1" dirty="0">
                <a:latin typeface="YaHei_Monaco-R"/>
              </a:rPr>
              <a:t>a</a:t>
            </a:r>
            <a:r>
              <a:rPr lang="zh-CN" altLang="en-US" b="1" dirty="0">
                <a:latin typeface="YaHei_Monaco-R"/>
              </a:rPr>
              <a:t>对</a:t>
            </a:r>
            <a:r>
              <a:rPr lang="en-US" altLang="zh-CN" b="1" dirty="0">
                <a:latin typeface="YaHei_Monaco-R"/>
              </a:rPr>
              <a:t>choices</a:t>
            </a:r>
            <a:r>
              <a:rPr lang="zh-CN" altLang="en-US" b="1" dirty="0">
                <a:latin typeface="YaHei_Monaco-R"/>
              </a:rPr>
              <a:t>中的数进行选择</a:t>
            </a:r>
            <a:endParaRPr lang="it-IT" altLang="zh-CN" b="1" dirty="0">
              <a:latin typeface="YaHei_Monaco-R"/>
            </a:endParaRPr>
          </a:p>
          <a:p>
            <a:r>
              <a:rPr lang="en-US" altLang="zh-CN" sz="1600" dirty="0">
                <a:solidFill>
                  <a:srgbClr val="8080FF"/>
                </a:solidFill>
                <a:latin typeface="LMSans8-Regular-Identity-H"/>
              </a:rPr>
              <a:t>12 </a:t>
            </a:r>
            <a:r>
              <a:rPr lang="en-US" altLang="zh-CN" dirty="0">
                <a:solidFill>
                  <a:srgbClr val="666666"/>
                </a:solidFill>
                <a:latin typeface="YaHei_Monaco-R"/>
              </a:rPr>
              <a:t>&gt;&gt;&gt; </a:t>
            </a:r>
            <a:r>
              <a:rPr lang="en-US" altLang="zh-CN" dirty="0" err="1">
                <a:solidFill>
                  <a:srgbClr val="000000"/>
                </a:solidFill>
                <a:latin typeface="YaHei_Monaco-R"/>
              </a:rPr>
              <a:t>ndvi</a:t>
            </a:r>
            <a:endParaRPr lang="en-US" altLang="zh-CN" dirty="0">
              <a:solidFill>
                <a:srgbClr val="000000"/>
              </a:solidFill>
              <a:latin typeface="YaHei_Monaco-R"/>
            </a:endParaRPr>
          </a:p>
          <a:p>
            <a:r>
              <a:rPr lang="en-US" altLang="zh-CN" sz="1600" dirty="0">
                <a:solidFill>
                  <a:srgbClr val="8080FF"/>
                </a:solidFill>
                <a:latin typeface="LMSans8-Regular-Identity-H"/>
              </a:rPr>
              <a:t>13 </a:t>
            </a:r>
            <a:r>
              <a:rPr lang="en-US" altLang="zh-CN" dirty="0">
                <a:solidFill>
                  <a:srgbClr val="000000"/>
                </a:solidFill>
                <a:latin typeface="YaHei_Monaco-R"/>
              </a:rPr>
              <a:t>array([[</a:t>
            </a:r>
            <a:r>
              <a:rPr lang="en-US" altLang="zh-CN" dirty="0">
                <a:solidFill>
                  <a:srgbClr val="666666"/>
                </a:solidFill>
                <a:latin typeface="YaHei_Monaco-R"/>
              </a:rPr>
              <a:t>-0.28198242</a:t>
            </a:r>
            <a:r>
              <a:rPr lang="en-US" altLang="zh-CN" dirty="0">
                <a:solidFill>
                  <a:srgbClr val="000000"/>
                </a:solidFill>
                <a:latin typeface="YaHei_Monaco-R"/>
              </a:rPr>
              <a:t>, </a:t>
            </a:r>
            <a:r>
              <a:rPr lang="en-US" altLang="zh-CN" dirty="0">
                <a:solidFill>
                  <a:srgbClr val="666666"/>
                </a:solidFill>
                <a:latin typeface="YaHei_Monaco-R"/>
              </a:rPr>
              <a:t>-0.25854492</a:t>
            </a:r>
            <a:r>
              <a:rPr lang="en-US" altLang="zh-CN" dirty="0">
                <a:solidFill>
                  <a:srgbClr val="000000"/>
                </a:solidFill>
                <a:latin typeface="YaHei_Monaco-R"/>
              </a:rPr>
              <a:t>, </a:t>
            </a:r>
            <a:r>
              <a:rPr lang="en-US" altLang="zh-CN" dirty="0">
                <a:solidFill>
                  <a:srgbClr val="666666"/>
                </a:solidFill>
                <a:latin typeface="YaHei_Monaco-R"/>
              </a:rPr>
              <a:t>-0.25 </a:t>
            </a:r>
            <a:r>
              <a:rPr lang="en-US" altLang="zh-CN" dirty="0">
                <a:solidFill>
                  <a:srgbClr val="000000"/>
                </a:solidFill>
                <a:latin typeface="YaHei_Monaco-R"/>
              </a:rPr>
              <a:t>, </a:t>
            </a:r>
            <a:r>
              <a:rPr lang="en-US" altLang="zh-CN" dirty="0">
                <a:solidFill>
                  <a:srgbClr val="666666"/>
                </a:solidFill>
                <a:latin typeface="YaHei_Monaco-R"/>
              </a:rPr>
              <a:t>...</a:t>
            </a:r>
            <a:r>
              <a:rPr lang="en-US" altLang="zh-CN" dirty="0">
                <a:solidFill>
                  <a:srgbClr val="000000"/>
                </a:solidFill>
                <a:latin typeface="YaHei_Monaco-R"/>
              </a:rPr>
              <a:t>, </a:t>
            </a:r>
            <a:r>
              <a:rPr lang="en-US" altLang="zh-CN" dirty="0">
                <a:solidFill>
                  <a:srgbClr val="666666"/>
                </a:solidFill>
                <a:latin typeface="YaHei_Monaco-R"/>
              </a:rPr>
              <a:t>-0.12609863</a:t>
            </a:r>
            <a:r>
              <a:rPr lang="en-US" altLang="zh-CN" dirty="0">
                <a:solidFill>
                  <a:srgbClr val="000000"/>
                </a:solidFill>
                <a:latin typeface="YaHei_Monaco-R"/>
              </a:rPr>
              <a:t>,</a:t>
            </a:r>
          </a:p>
          <a:p>
            <a:r>
              <a:rPr lang="en-US" altLang="zh-CN" sz="1600" dirty="0">
                <a:solidFill>
                  <a:srgbClr val="8080FF"/>
                </a:solidFill>
                <a:latin typeface="LMSans8-Regular-Identity-H"/>
              </a:rPr>
              <a:t>14 </a:t>
            </a:r>
            <a:r>
              <a:rPr lang="en-US" altLang="zh-CN" sz="1600" dirty="0" smtClean="0">
                <a:solidFill>
                  <a:srgbClr val="8080FF"/>
                </a:solidFill>
                <a:latin typeface="LMSans8-Regular-Identity-H"/>
              </a:rPr>
              <a:t>	   </a:t>
            </a:r>
            <a:r>
              <a:rPr lang="en-US" altLang="zh-CN" dirty="0" smtClean="0">
                <a:solidFill>
                  <a:srgbClr val="666666"/>
                </a:solidFill>
                <a:latin typeface="YaHei_Monaco-R"/>
              </a:rPr>
              <a:t>-</a:t>
            </a:r>
            <a:r>
              <a:rPr lang="en-US" altLang="zh-CN" dirty="0">
                <a:solidFill>
                  <a:srgbClr val="666666"/>
                </a:solidFill>
                <a:latin typeface="YaHei_Monaco-R"/>
              </a:rPr>
              <a:t>0.20507812</a:t>
            </a:r>
            <a:r>
              <a:rPr lang="en-US" altLang="zh-CN" dirty="0">
                <a:solidFill>
                  <a:srgbClr val="000000"/>
                </a:solidFill>
                <a:latin typeface="YaHei_Monaco-R"/>
              </a:rPr>
              <a:t>, </a:t>
            </a:r>
            <a:r>
              <a:rPr lang="en-US" altLang="zh-CN" dirty="0">
                <a:solidFill>
                  <a:srgbClr val="666666"/>
                </a:solidFill>
                <a:latin typeface="YaHei_Monaco-R"/>
              </a:rPr>
              <a:t>-0.2208252 </a:t>
            </a:r>
            <a:r>
              <a:rPr lang="en-US" altLang="zh-CN" dirty="0">
                <a:solidFill>
                  <a:srgbClr val="000000"/>
                </a:solidFill>
                <a:latin typeface="YaHei_Monaco-R"/>
              </a:rPr>
              <a:t>],</a:t>
            </a:r>
          </a:p>
          <a:p>
            <a:r>
              <a:rPr lang="en-US" altLang="zh-CN" sz="1600" dirty="0">
                <a:solidFill>
                  <a:srgbClr val="8080FF"/>
                </a:solidFill>
                <a:latin typeface="LMSans8-Regular-Identity-H"/>
              </a:rPr>
              <a:t>15 </a:t>
            </a:r>
            <a:r>
              <a:rPr lang="en-US" altLang="zh-CN" sz="1600" dirty="0" smtClean="0">
                <a:solidFill>
                  <a:srgbClr val="8080FF"/>
                </a:solidFill>
                <a:latin typeface="LMSans8-Regular-Identity-H"/>
              </a:rPr>
              <a:t>	  </a:t>
            </a:r>
            <a:r>
              <a:rPr lang="en-US" altLang="zh-CN" dirty="0" smtClean="0">
                <a:solidFill>
                  <a:srgbClr val="000000"/>
                </a:solidFill>
                <a:latin typeface="YaHei_Monaco-R"/>
              </a:rPr>
              <a:t>[</a:t>
            </a:r>
            <a:r>
              <a:rPr lang="en-US" altLang="zh-CN" dirty="0" smtClean="0">
                <a:solidFill>
                  <a:srgbClr val="666666"/>
                </a:solidFill>
                <a:latin typeface="YaHei_Monaco-R"/>
              </a:rPr>
              <a:t>-</a:t>
            </a:r>
            <a:r>
              <a:rPr lang="en-US" altLang="zh-CN" dirty="0">
                <a:solidFill>
                  <a:srgbClr val="666666"/>
                </a:solidFill>
                <a:latin typeface="YaHei_Monaco-R"/>
              </a:rPr>
              <a:t>0.27490234</a:t>
            </a:r>
            <a:r>
              <a:rPr lang="en-US" altLang="zh-CN" dirty="0">
                <a:solidFill>
                  <a:srgbClr val="000000"/>
                </a:solidFill>
                <a:latin typeface="YaHei_Monaco-R"/>
              </a:rPr>
              <a:t>, </a:t>
            </a:r>
            <a:r>
              <a:rPr lang="en-US" altLang="zh-CN" dirty="0">
                <a:solidFill>
                  <a:srgbClr val="666666"/>
                </a:solidFill>
                <a:latin typeface="YaHei_Monaco-R"/>
              </a:rPr>
              <a:t>-0.29736328</a:t>
            </a:r>
            <a:r>
              <a:rPr lang="en-US" altLang="zh-CN" dirty="0">
                <a:solidFill>
                  <a:srgbClr val="000000"/>
                </a:solidFill>
                <a:latin typeface="YaHei_Monaco-R"/>
              </a:rPr>
              <a:t>, </a:t>
            </a:r>
            <a:r>
              <a:rPr lang="en-US" altLang="zh-CN" dirty="0">
                <a:solidFill>
                  <a:srgbClr val="666666"/>
                </a:solidFill>
                <a:latin typeface="YaHei_Monaco-R"/>
              </a:rPr>
              <a:t>-0.47827148</a:t>
            </a:r>
            <a:r>
              <a:rPr lang="en-US" altLang="zh-CN" dirty="0">
                <a:solidFill>
                  <a:srgbClr val="000000"/>
                </a:solidFill>
                <a:latin typeface="YaHei_Monaco-R"/>
              </a:rPr>
              <a:t>, </a:t>
            </a:r>
            <a:r>
              <a:rPr lang="en-US" altLang="zh-CN" dirty="0">
                <a:solidFill>
                  <a:srgbClr val="666666"/>
                </a:solidFill>
                <a:latin typeface="YaHei_Monaco-R"/>
              </a:rPr>
              <a:t>...</a:t>
            </a:r>
            <a:r>
              <a:rPr lang="en-US" altLang="zh-CN" dirty="0">
                <a:solidFill>
                  <a:srgbClr val="000000"/>
                </a:solidFill>
                <a:latin typeface="YaHei_Monaco-R"/>
              </a:rPr>
              <a:t>, </a:t>
            </a:r>
            <a:r>
              <a:rPr lang="en-US" altLang="zh-CN" dirty="0">
                <a:solidFill>
                  <a:srgbClr val="666666"/>
                </a:solidFill>
                <a:latin typeface="YaHei_Monaco-R"/>
              </a:rPr>
              <a:t>-0.13269043</a:t>
            </a:r>
            <a:r>
              <a:rPr lang="en-US" altLang="zh-CN" dirty="0">
                <a:solidFill>
                  <a:srgbClr val="000000"/>
                </a:solidFill>
                <a:latin typeface="YaHei_Monaco-R"/>
              </a:rPr>
              <a:t>,</a:t>
            </a:r>
          </a:p>
          <a:p>
            <a:r>
              <a:rPr lang="en-US" altLang="zh-CN" sz="1600" dirty="0">
                <a:solidFill>
                  <a:srgbClr val="8080FF"/>
                </a:solidFill>
                <a:latin typeface="LMSans8-Regular-Identity-H"/>
              </a:rPr>
              <a:t>16 </a:t>
            </a:r>
            <a:r>
              <a:rPr lang="en-US" altLang="zh-CN" sz="1600" dirty="0" smtClean="0">
                <a:solidFill>
                  <a:srgbClr val="8080FF"/>
                </a:solidFill>
                <a:latin typeface="LMSans8-Regular-Identity-H"/>
              </a:rPr>
              <a:t>	   </a:t>
            </a:r>
            <a:r>
              <a:rPr lang="en-US" altLang="zh-CN" dirty="0" smtClean="0">
                <a:solidFill>
                  <a:srgbClr val="666666"/>
                </a:solidFill>
                <a:latin typeface="YaHei_Monaco-R"/>
              </a:rPr>
              <a:t>-</a:t>
            </a:r>
            <a:r>
              <a:rPr lang="en-US" altLang="zh-CN" dirty="0">
                <a:solidFill>
                  <a:srgbClr val="666666"/>
                </a:solidFill>
                <a:latin typeface="YaHei_Monaco-R"/>
              </a:rPr>
              <a:t>0.20507812</a:t>
            </a:r>
            <a:r>
              <a:rPr lang="en-US" altLang="zh-CN" dirty="0">
                <a:solidFill>
                  <a:srgbClr val="000000"/>
                </a:solidFill>
                <a:latin typeface="YaHei_Monaco-R"/>
              </a:rPr>
              <a:t>, </a:t>
            </a:r>
            <a:r>
              <a:rPr lang="en-US" altLang="zh-CN" dirty="0">
                <a:solidFill>
                  <a:srgbClr val="666666"/>
                </a:solidFill>
                <a:latin typeface="YaHei_Monaco-R"/>
              </a:rPr>
              <a:t>-0.20983887</a:t>
            </a:r>
            <a:r>
              <a:rPr lang="en-US" altLang="zh-CN" dirty="0">
                <a:solidFill>
                  <a:srgbClr val="000000"/>
                </a:solidFill>
                <a:latin typeface="YaHei_Monaco-R"/>
              </a:rPr>
              <a:t>],</a:t>
            </a:r>
          </a:p>
          <a:p>
            <a:r>
              <a:rPr lang="en-US" altLang="zh-CN" sz="1600" dirty="0">
                <a:solidFill>
                  <a:srgbClr val="8080FF"/>
                </a:solidFill>
                <a:latin typeface="LMSans8-Regular-Identity-H"/>
              </a:rPr>
              <a:t>17 </a:t>
            </a:r>
            <a:r>
              <a:rPr lang="en-US" altLang="zh-CN" sz="1600" dirty="0" smtClean="0">
                <a:solidFill>
                  <a:srgbClr val="8080FF"/>
                </a:solidFill>
                <a:latin typeface="LMSans8-Regular-Identity-H"/>
              </a:rPr>
              <a:t>        </a:t>
            </a:r>
            <a:r>
              <a:rPr lang="en-US" altLang="zh-CN" dirty="0" smtClean="0">
                <a:solidFill>
                  <a:srgbClr val="000000"/>
                </a:solidFill>
                <a:latin typeface="YaHei_Monaco-R"/>
              </a:rPr>
              <a:t>[</a:t>
            </a:r>
            <a:r>
              <a:rPr lang="en-US" altLang="zh-CN" dirty="0" smtClean="0">
                <a:solidFill>
                  <a:srgbClr val="666666"/>
                </a:solidFill>
                <a:latin typeface="YaHei_Monaco-R"/>
              </a:rPr>
              <a:t>-</a:t>
            </a:r>
            <a:r>
              <a:rPr lang="en-US" altLang="zh-CN" dirty="0">
                <a:solidFill>
                  <a:srgbClr val="666666"/>
                </a:solidFill>
                <a:latin typeface="YaHei_Monaco-R"/>
              </a:rPr>
              <a:t>0.25 </a:t>
            </a:r>
            <a:r>
              <a:rPr lang="en-US" altLang="zh-CN" dirty="0">
                <a:solidFill>
                  <a:srgbClr val="000000"/>
                </a:solidFill>
                <a:latin typeface="YaHei_Monaco-R"/>
              </a:rPr>
              <a:t>, </a:t>
            </a:r>
            <a:r>
              <a:rPr lang="en-US" altLang="zh-CN" dirty="0">
                <a:solidFill>
                  <a:srgbClr val="666666"/>
                </a:solidFill>
                <a:latin typeface="YaHei_Monaco-R"/>
              </a:rPr>
              <a:t>-0.48828125</a:t>
            </a:r>
            <a:r>
              <a:rPr lang="en-US" altLang="zh-CN" dirty="0">
                <a:solidFill>
                  <a:srgbClr val="000000"/>
                </a:solidFill>
                <a:latin typeface="YaHei_Monaco-R"/>
              </a:rPr>
              <a:t>, </a:t>
            </a:r>
            <a:r>
              <a:rPr lang="en-US" altLang="zh-CN" dirty="0">
                <a:solidFill>
                  <a:srgbClr val="666666"/>
                </a:solidFill>
                <a:latin typeface="YaHei_Monaco-R"/>
              </a:rPr>
              <a:t>-0.60009766</a:t>
            </a:r>
            <a:r>
              <a:rPr lang="en-US" altLang="zh-CN" dirty="0">
                <a:solidFill>
                  <a:srgbClr val="000000"/>
                </a:solidFill>
                <a:latin typeface="YaHei_Monaco-R"/>
              </a:rPr>
              <a:t>, </a:t>
            </a:r>
            <a:r>
              <a:rPr lang="en-US" altLang="zh-CN" dirty="0">
                <a:solidFill>
                  <a:srgbClr val="666666"/>
                </a:solidFill>
                <a:latin typeface="YaHei_Monaco-R"/>
              </a:rPr>
              <a:t>...</a:t>
            </a:r>
            <a:r>
              <a:rPr lang="en-US" altLang="zh-CN" dirty="0">
                <a:solidFill>
                  <a:srgbClr val="000000"/>
                </a:solidFill>
                <a:latin typeface="YaHei_Monaco-R"/>
              </a:rPr>
              <a:t>, </a:t>
            </a:r>
            <a:r>
              <a:rPr lang="en-US" altLang="zh-CN" dirty="0">
                <a:solidFill>
                  <a:srgbClr val="666666"/>
                </a:solidFill>
                <a:latin typeface="YaHei_Monaco-R"/>
              </a:rPr>
              <a:t>-0.1192627 </a:t>
            </a:r>
            <a:r>
              <a:rPr lang="en-US" altLang="zh-CN" dirty="0" smtClean="0">
                <a:solidFill>
                  <a:srgbClr val="000000"/>
                </a:solidFill>
                <a:latin typeface="YaHei_Monaco-R"/>
              </a:rPr>
              <a:t>,</a:t>
            </a:r>
            <a:r>
              <a:rPr lang="en-US" altLang="zh-CN" dirty="0" smtClean="0"/>
              <a:t>……</a:t>
            </a:r>
            <a:endParaRPr lang="en-US" altLang="zh-CN" dirty="0">
              <a:solidFill>
                <a:srgbClr val="000000"/>
              </a:solidFill>
              <a:latin typeface="YaHei_Monaco-R"/>
            </a:endParaRPr>
          </a:p>
        </p:txBody>
      </p:sp>
    </p:spTree>
    <p:extLst>
      <p:ext uri="{BB962C8B-B14F-4D97-AF65-F5344CB8AC3E}">
        <p14:creationId xmlns:p14="http://schemas.microsoft.com/office/powerpoint/2010/main" val="449999852"/>
      </p:ext>
    </p:extLst>
  </p:cSld>
  <p:clrMapOvr>
    <a:masterClrMapping/>
  </p:clrMapOvr>
  <p:transition spd="slow"/>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标题 1"/>
          <p:cNvSpPr txBox="1">
            <a:spLocks/>
          </p:cNvSpPr>
          <p:nvPr/>
        </p:nvSpPr>
        <p:spPr>
          <a:xfrm>
            <a:off x="838200" y="148859"/>
            <a:ext cx="11353800" cy="714357"/>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lang="zh-CN" altLang="en-US" sz="4000" b="1" dirty="0">
                <a:solidFill>
                  <a:srgbClr val="FFFFFF"/>
                </a:solidFill>
                <a:latin typeface="微软雅黑" panose="020B0503020204020204" pitchFamily="34" charset="-122"/>
                <a:ea typeface="微软雅黑" panose="020B0503020204020204" pitchFamily="34" charset="-122"/>
              </a:rPr>
              <a:t>练习</a:t>
            </a:r>
            <a:endParaRPr kumimoji="0" lang="zh-CN" altLang="en-US" sz="4000" b="1" i="0" u="none" strike="noStrike" kern="120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j-cs"/>
            </a:endParaRPr>
          </a:p>
        </p:txBody>
      </p:sp>
      <p:sp>
        <p:nvSpPr>
          <p:cNvPr id="5" name="内容占位符 2"/>
          <p:cNvSpPr>
            <a:spLocks noGrp="1"/>
          </p:cNvSpPr>
          <p:nvPr>
            <p:ph idx="1"/>
          </p:nvPr>
        </p:nvSpPr>
        <p:spPr>
          <a:xfrm>
            <a:off x="1307592" y="1368474"/>
            <a:ext cx="9500616" cy="5489526"/>
          </a:xfrm>
        </p:spPr>
        <p:txBody>
          <a:bodyPr>
            <a:normAutofit/>
          </a:bodyPr>
          <a:lstStyle/>
          <a:p>
            <a:pPr>
              <a:lnSpc>
                <a:spcPct val="100000"/>
              </a:lnSpc>
            </a:pPr>
            <a:r>
              <a:rPr lang="zh-CN" altLang="en-US" dirty="0" smtClean="0"/>
              <a:t>计算</a:t>
            </a:r>
            <a:r>
              <a:rPr lang="en-US" altLang="zh-CN" dirty="0" err="1" smtClean="0"/>
              <a:t>aster.img</a:t>
            </a:r>
            <a:r>
              <a:rPr lang="zh-CN" altLang="en-US" dirty="0" smtClean="0"/>
              <a:t>中第一个波段的平均像素值。读取数据时每次读取一块。</a:t>
            </a:r>
            <a:endParaRPr lang="en-US" altLang="zh-CN" dirty="0" smtClean="0"/>
          </a:p>
          <a:p>
            <a:pPr>
              <a:lnSpc>
                <a:spcPct val="100000"/>
              </a:lnSpc>
            </a:pPr>
            <a:endParaRPr lang="en-US" altLang="zh-CN" dirty="0" smtClean="0"/>
          </a:p>
          <a:p>
            <a:pPr>
              <a:lnSpc>
                <a:spcPct val="100000"/>
              </a:lnSpc>
            </a:pPr>
            <a:r>
              <a:rPr lang="zh-CN" altLang="en-US" dirty="0" smtClean="0"/>
              <a:t>分别采用两种方法计算：</a:t>
            </a:r>
            <a:endParaRPr lang="en-US" altLang="zh-CN" dirty="0" smtClean="0"/>
          </a:p>
          <a:p>
            <a:pPr lvl="1">
              <a:lnSpc>
                <a:spcPct val="100000"/>
              </a:lnSpc>
            </a:pPr>
            <a:r>
              <a:rPr lang="en-US" altLang="zh-CN" dirty="0" smtClean="0"/>
              <a:t>1</a:t>
            </a:r>
            <a:r>
              <a:rPr lang="zh-CN" altLang="en-US" dirty="0" smtClean="0"/>
              <a:t>）包括</a:t>
            </a:r>
            <a:r>
              <a:rPr lang="en-US" altLang="zh-CN" dirty="0" smtClean="0"/>
              <a:t>0</a:t>
            </a:r>
            <a:r>
              <a:rPr lang="zh-CN" altLang="en-US" dirty="0" smtClean="0"/>
              <a:t>值像素；</a:t>
            </a:r>
            <a:endParaRPr lang="en-US" altLang="zh-CN" dirty="0" smtClean="0"/>
          </a:p>
          <a:p>
            <a:pPr lvl="1">
              <a:lnSpc>
                <a:spcPct val="100000"/>
              </a:lnSpc>
            </a:pPr>
            <a:r>
              <a:rPr lang="en-US" altLang="zh-CN" dirty="0" smtClean="0"/>
              <a:t>2</a:t>
            </a:r>
            <a:r>
              <a:rPr lang="zh-CN" altLang="en-US" dirty="0" smtClean="0"/>
              <a:t>）不包括</a:t>
            </a:r>
            <a:r>
              <a:rPr lang="en-US" altLang="zh-CN" dirty="0" smtClean="0"/>
              <a:t>0</a:t>
            </a:r>
            <a:r>
              <a:rPr lang="zh-CN" altLang="en-US" dirty="0" smtClean="0"/>
              <a:t>值像素</a:t>
            </a:r>
            <a:endParaRPr lang="en-US" altLang="zh-CN" dirty="0" smtClean="0"/>
          </a:p>
          <a:p>
            <a:pPr>
              <a:lnSpc>
                <a:spcPct val="100000"/>
              </a:lnSpc>
            </a:pPr>
            <a:endParaRPr lang="en-US" altLang="zh-CN" dirty="0" smtClean="0"/>
          </a:p>
          <a:p>
            <a:pPr>
              <a:lnSpc>
                <a:spcPct val="100000"/>
              </a:lnSpc>
            </a:pPr>
            <a:endParaRPr lang="zh-CN" altLang="en-US" dirty="0"/>
          </a:p>
        </p:txBody>
      </p:sp>
    </p:spTree>
    <p:extLst>
      <p:ext uri="{BB962C8B-B14F-4D97-AF65-F5344CB8AC3E}">
        <p14:creationId xmlns:p14="http://schemas.microsoft.com/office/powerpoint/2010/main" val="2013580706"/>
      </p:ext>
    </p:extLst>
  </p:cSld>
  <p:clrMapOvr>
    <a:masterClrMapping/>
  </p:clrMapOvr>
  <p:transition spd="slow"/>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1003738" y="4987263"/>
            <a:ext cx="4373880" cy="539496"/>
          </a:xfrm>
          <a:prstGeom prst="rect">
            <a:avLst/>
          </a:prstGeom>
          <a:solidFill>
            <a:srgbClr val="00582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latin typeface="Arial"/>
              <a:ea typeface="等线"/>
              <a:cs typeface="+mn-cs"/>
            </a:endParaRPr>
          </a:p>
        </p:txBody>
      </p:sp>
      <p:sp>
        <p:nvSpPr>
          <p:cNvPr id="9" name="标题 1"/>
          <p:cNvSpPr txBox="1">
            <a:spLocks/>
          </p:cNvSpPr>
          <p:nvPr/>
        </p:nvSpPr>
        <p:spPr>
          <a:xfrm>
            <a:off x="838200" y="148859"/>
            <a:ext cx="11353800" cy="714357"/>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zh-CN" altLang="en-US" sz="4000" b="1" i="0" u="none" strike="noStrike" kern="120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j-cs"/>
              </a:rPr>
              <a:t>内容</a:t>
            </a:r>
          </a:p>
        </p:txBody>
      </p:sp>
      <p:sp>
        <p:nvSpPr>
          <p:cNvPr id="3" name="内容占位符 2"/>
          <p:cNvSpPr>
            <a:spLocks noGrp="1"/>
          </p:cNvSpPr>
          <p:nvPr>
            <p:ph idx="1"/>
          </p:nvPr>
        </p:nvSpPr>
        <p:spPr>
          <a:xfrm>
            <a:off x="1003738" y="1081514"/>
            <a:ext cx="10515600" cy="5405120"/>
          </a:xfrm>
        </p:spPr>
        <p:txBody>
          <a:bodyPr>
            <a:noAutofit/>
          </a:bodyPr>
          <a:lstStyle/>
          <a:p>
            <a:pPr>
              <a:lnSpc>
                <a:spcPct val="100000"/>
              </a:lnSpc>
            </a:pPr>
            <a:r>
              <a:rPr lang="en-US" altLang="zh-CN" sz="2400" dirty="0" smtClean="0"/>
              <a:t>1. GDAL</a:t>
            </a:r>
            <a:r>
              <a:rPr lang="zh-CN" altLang="en-US" sz="2400" dirty="0" smtClean="0"/>
              <a:t>介绍</a:t>
            </a:r>
            <a:endParaRPr lang="en-US" altLang="zh-CN" sz="2400" dirty="0" smtClean="0"/>
          </a:p>
          <a:p>
            <a:pPr lvl="1">
              <a:lnSpc>
                <a:spcPct val="100000"/>
              </a:lnSpc>
            </a:pPr>
            <a:r>
              <a:rPr lang="en-US" altLang="zh-CN" dirty="0" smtClean="0"/>
              <a:t>GDAL</a:t>
            </a:r>
            <a:r>
              <a:rPr lang="zh-CN" altLang="en-US" dirty="0" smtClean="0"/>
              <a:t>的功能与特征</a:t>
            </a:r>
            <a:endParaRPr lang="en-US" altLang="zh-CN" dirty="0" smtClean="0"/>
          </a:p>
          <a:p>
            <a:pPr lvl="1">
              <a:lnSpc>
                <a:spcPct val="100000"/>
              </a:lnSpc>
            </a:pPr>
            <a:r>
              <a:rPr lang="zh-CN" altLang="en-US" dirty="0" smtClean="0"/>
              <a:t>在</a:t>
            </a:r>
            <a:r>
              <a:rPr lang="en-US" altLang="zh-CN" dirty="0" smtClean="0"/>
              <a:t>Python</a:t>
            </a:r>
            <a:r>
              <a:rPr lang="zh-CN" altLang="en-US" dirty="0" smtClean="0"/>
              <a:t>中使用</a:t>
            </a:r>
            <a:r>
              <a:rPr lang="en-US" altLang="zh-CN" dirty="0" smtClean="0"/>
              <a:t>GDAL</a:t>
            </a:r>
          </a:p>
          <a:p>
            <a:pPr lvl="1">
              <a:lnSpc>
                <a:spcPct val="100000"/>
              </a:lnSpc>
            </a:pPr>
            <a:endParaRPr lang="en-US" altLang="zh-CN" dirty="0"/>
          </a:p>
          <a:p>
            <a:pPr>
              <a:lnSpc>
                <a:spcPct val="100000"/>
              </a:lnSpc>
            </a:pPr>
            <a:r>
              <a:rPr lang="en-US" altLang="zh-CN" sz="2400" dirty="0" smtClean="0"/>
              <a:t>2. </a:t>
            </a:r>
            <a:r>
              <a:rPr lang="zh-CN" altLang="en-US" sz="2400" dirty="0" smtClean="0"/>
              <a:t>使用</a:t>
            </a:r>
            <a:r>
              <a:rPr lang="en-US" altLang="zh-CN" sz="2400" dirty="0" smtClean="0"/>
              <a:t>GDAL</a:t>
            </a:r>
            <a:r>
              <a:rPr lang="zh-CN" altLang="en-US" sz="2400" dirty="0" smtClean="0"/>
              <a:t>读取</a:t>
            </a:r>
            <a:r>
              <a:rPr lang="zh-CN" altLang="en-US" sz="2400" b="1" dirty="0" smtClean="0">
                <a:solidFill>
                  <a:schemeClr val="bg1"/>
                </a:solidFill>
              </a:rPr>
              <a:t>数据</a:t>
            </a:r>
            <a:endParaRPr lang="en-US" altLang="zh-CN" sz="2400" b="1" dirty="0" smtClean="0">
              <a:solidFill>
                <a:schemeClr val="bg1"/>
              </a:solidFill>
            </a:endParaRPr>
          </a:p>
          <a:p>
            <a:pPr lvl="1">
              <a:lnSpc>
                <a:spcPct val="100000"/>
              </a:lnSpc>
            </a:pPr>
            <a:r>
              <a:rPr lang="en-US" altLang="zh-CN" dirty="0" smtClean="0"/>
              <a:t>GDAL</a:t>
            </a:r>
            <a:r>
              <a:rPr lang="zh-CN" altLang="en-US" dirty="0" smtClean="0"/>
              <a:t>读取数据集</a:t>
            </a:r>
            <a:endParaRPr lang="en-US" altLang="zh-CN" dirty="0" smtClean="0"/>
          </a:p>
          <a:p>
            <a:pPr lvl="1">
              <a:lnSpc>
                <a:spcPct val="100000"/>
              </a:lnSpc>
            </a:pPr>
            <a:r>
              <a:rPr lang="zh-CN" altLang="en-US" dirty="0" smtClean="0"/>
              <a:t>读取栅格数据波段</a:t>
            </a:r>
            <a:endParaRPr lang="en-US" altLang="zh-CN" dirty="0" smtClean="0"/>
          </a:p>
          <a:p>
            <a:pPr lvl="1">
              <a:lnSpc>
                <a:spcPct val="100000"/>
              </a:lnSpc>
            </a:pPr>
            <a:r>
              <a:rPr lang="en-US" altLang="zh-CN" dirty="0" smtClean="0"/>
              <a:t>GDAL</a:t>
            </a:r>
            <a:r>
              <a:rPr lang="zh-CN" altLang="en-US" dirty="0" smtClean="0"/>
              <a:t>读取数据</a:t>
            </a:r>
            <a:endParaRPr lang="en-US" altLang="zh-CN" dirty="0" smtClean="0"/>
          </a:p>
          <a:p>
            <a:pPr lvl="1">
              <a:lnSpc>
                <a:spcPct val="100000"/>
              </a:lnSpc>
            </a:pPr>
            <a:endParaRPr lang="en-US" altLang="zh-CN" dirty="0" smtClean="0"/>
          </a:p>
          <a:p>
            <a:pPr>
              <a:lnSpc>
                <a:spcPct val="100000"/>
              </a:lnSpc>
            </a:pPr>
            <a:r>
              <a:rPr lang="en-US" altLang="zh-CN" sz="2400" b="1" dirty="0">
                <a:solidFill>
                  <a:schemeClr val="bg1"/>
                </a:solidFill>
              </a:rPr>
              <a:t>3</a:t>
            </a:r>
            <a:r>
              <a:rPr lang="en-US" altLang="zh-CN" sz="2400" b="1" dirty="0" smtClean="0">
                <a:solidFill>
                  <a:schemeClr val="bg1"/>
                </a:solidFill>
              </a:rPr>
              <a:t>. </a:t>
            </a:r>
            <a:r>
              <a:rPr lang="zh-CN" altLang="en-US" sz="2400" b="1" dirty="0" smtClean="0">
                <a:solidFill>
                  <a:schemeClr val="bg1"/>
                </a:solidFill>
              </a:rPr>
              <a:t>使用</a:t>
            </a:r>
            <a:r>
              <a:rPr lang="en-US" altLang="zh-CN" sz="2400" b="1" dirty="0" smtClean="0">
                <a:solidFill>
                  <a:schemeClr val="bg1"/>
                </a:solidFill>
              </a:rPr>
              <a:t>GDAL</a:t>
            </a:r>
            <a:r>
              <a:rPr lang="zh-CN" altLang="en-US" sz="2400" b="1" dirty="0" smtClean="0">
                <a:solidFill>
                  <a:schemeClr val="bg1"/>
                </a:solidFill>
              </a:rPr>
              <a:t>写数据</a:t>
            </a:r>
            <a:endParaRPr lang="en-US" altLang="zh-CN" sz="2400" b="1" dirty="0" smtClean="0">
              <a:solidFill>
                <a:schemeClr val="bg1"/>
              </a:solidFill>
            </a:endParaRPr>
          </a:p>
          <a:p>
            <a:pPr lvl="1">
              <a:lnSpc>
                <a:spcPct val="100000"/>
              </a:lnSpc>
            </a:pPr>
            <a:r>
              <a:rPr lang="en-US" altLang="zh-CN" dirty="0" smtClean="0"/>
              <a:t>GDAL</a:t>
            </a:r>
            <a:r>
              <a:rPr lang="zh-CN" altLang="en-US" dirty="0" smtClean="0"/>
              <a:t>写数据的基本方法</a:t>
            </a:r>
            <a:endParaRPr lang="en-US" altLang="zh-CN" dirty="0" smtClean="0"/>
          </a:p>
          <a:p>
            <a:pPr lvl="1">
              <a:lnSpc>
                <a:spcPct val="100000"/>
              </a:lnSpc>
            </a:pPr>
            <a:r>
              <a:rPr lang="zh-CN" altLang="en-US" dirty="0" smtClean="0"/>
              <a:t>使用</a:t>
            </a:r>
            <a:r>
              <a:rPr lang="en-US" altLang="zh-CN" dirty="0" err="1" smtClean="0"/>
              <a:t>CreateCopy</a:t>
            </a:r>
            <a:r>
              <a:rPr lang="zh-CN" altLang="en-US" dirty="0" smtClean="0"/>
              <a:t>函数创建影像</a:t>
            </a:r>
            <a:endParaRPr lang="en-US" altLang="zh-CN" dirty="0" smtClean="0"/>
          </a:p>
          <a:p>
            <a:pPr lvl="1">
              <a:lnSpc>
                <a:spcPct val="100000"/>
              </a:lnSpc>
            </a:pPr>
            <a:r>
              <a:rPr lang="zh-CN" altLang="en-US" dirty="0" smtClean="0"/>
              <a:t>使用</a:t>
            </a:r>
            <a:r>
              <a:rPr lang="en-US" altLang="zh-CN" dirty="0" smtClean="0"/>
              <a:t>Create</a:t>
            </a:r>
            <a:r>
              <a:rPr lang="zh-CN" altLang="en-US" dirty="0" smtClean="0"/>
              <a:t>函数创建影像</a:t>
            </a:r>
            <a:endParaRPr lang="zh-CN" altLang="en-US" dirty="0"/>
          </a:p>
        </p:txBody>
      </p:sp>
    </p:spTree>
    <p:extLst>
      <p:ext uri="{BB962C8B-B14F-4D97-AF65-F5344CB8AC3E}">
        <p14:creationId xmlns:p14="http://schemas.microsoft.com/office/powerpoint/2010/main" val="3612196783"/>
      </p:ext>
    </p:extLst>
  </p:cSld>
  <p:clrMapOvr>
    <a:masterClrMapping/>
  </p:clrMapOvr>
  <p:transition spd="slow"/>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标题 1"/>
          <p:cNvSpPr txBox="1">
            <a:spLocks/>
          </p:cNvSpPr>
          <p:nvPr/>
        </p:nvSpPr>
        <p:spPr>
          <a:xfrm>
            <a:off x="838200" y="148859"/>
            <a:ext cx="11353800" cy="714357"/>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lang="en-US" altLang="zh-CN" sz="4000" b="1" dirty="0" smtClean="0">
                <a:solidFill>
                  <a:srgbClr val="FFFFFF"/>
                </a:solidFill>
                <a:latin typeface="微软雅黑" panose="020B0503020204020204" pitchFamily="34" charset="-122"/>
                <a:ea typeface="微软雅黑" panose="020B0503020204020204" pitchFamily="34" charset="-122"/>
              </a:rPr>
              <a:t>GDAL</a:t>
            </a:r>
            <a:r>
              <a:rPr lang="zh-CN" altLang="en-US" sz="4000" b="1" dirty="0" smtClean="0">
                <a:solidFill>
                  <a:srgbClr val="FFFFFF"/>
                </a:solidFill>
                <a:latin typeface="微软雅黑" panose="020B0503020204020204" pitchFamily="34" charset="-122"/>
                <a:ea typeface="微软雅黑" panose="020B0503020204020204" pitchFamily="34" charset="-122"/>
              </a:rPr>
              <a:t>写数据</a:t>
            </a:r>
            <a:endParaRPr kumimoji="0" lang="zh-CN" altLang="en-US" sz="4000" b="1" i="0" u="none" strike="noStrike" kern="120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j-cs"/>
            </a:endParaRPr>
          </a:p>
        </p:txBody>
      </p:sp>
      <p:sp>
        <p:nvSpPr>
          <p:cNvPr id="5" name="内容占位符 2"/>
          <p:cNvSpPr>
            <a:spLocks noGrp="1"/>
          </p:cNvSpPr>
          <p:nvPr>
            <p:ph idx="1"/>
          </p:nvPr>
        </p:nvSpPr>
        <p:spPr>
          <a:xfrm>
            <a:off x="1060704" y="1261636"/>
            <a:ext cx="10328476" cy="4853413"/>
          </a:xfrm>
        </p:spPr>
        <p:txBody>
          <a:bodyPr>
            <a:normAutofit/>
          </a:bodyPr>
          <a:lstStyle/>
          <a:p>
            <a:pPr>
              <a:lnSpc>
                <a:spcPct val="150000"/>
              </a:lnSpc>
            </a:pPr>
            <a:r>
              <a:rPr lang="en-US" altLang="zh-CN" sz="2400" dirty="0"/>
              <a:t>GDAL </a:t>
            </a:r>
            <a:r>
              <a:rPr lang="zh-CN" altLang="en-US" sz="2400" dirty="0"/>
              <a:t>除了</a:t>
            </a:r>
            <a:r>
              <a:rPr lang="zh-CN" altLang="en-US" sz="2400" dirty="0" smtClean="0"/>
              <a:t>读取</a:t>
            </a:r>
            <a:r>
              <a:rPr lang="zh-CN" altLang="en-US" sz="2400" dirty="0"/>
              <a:t>，还可以创建数据</a:t>
            </a:r>
            <a:r>
              <a:rPr lang="zh-CN" altLang="en-US" sz="2400" dirty="0" smtClean="0"/>
              <a:t>集，并且创建</a:t>
            </a:r>
            <a:r>
              <a:rPr lang="zh-CN" altLang="en-US" sz="2400" dirty="0"/>
              <a:t>的过程也是很</a:t>
            </a:r>
            <a:r>
              <a:rPr lang="zh-CN" altLang="en-US" sz="2400" dirty="0" smtClean="0"/>
              <a:t>迅速</a:t>
            </a:r>
            <a:r>
              <a:rPr lang="zh-CN" altLang="en-US" sz="2400" dirty="0"/>
              <a:t>快捷的。</a:t>
            </a:r>
          </a:p>
          <a:p>
            <a:pPr>
              <a:lnSpc>
                <a:spcPct val="150000"/>
              </a:lnSpc>
            </a:pPr>
            <a:r>
              <a:rPr lang="en-US" altLang="zh-CN" sz="2400" dirty="0" smtClean="0"/>
              <a:t>GDAL </a:t>
            </a:r>
            <a:r>
              <a:rPr lang="zh-CN" altLang="en-US" sz="2400" dirty="0"/>
              <a:t>创建数据集有两种接口。一种用</a:t>
            </a:r>
            <a:r>
              <a:rPr lang="en-US" altLang="zh-CN" sz="2400" dirty="0"/>
              <a:t>Create() </a:t>
            </a:r>
            <a:r>
              <a:rPr lang="zh-CN" altLang="en-US" sz="2400" dirty="0"/>
              <a:t>方法，一种</a:t>
            </a:r>
            <a:r>
              <a:rPr lang="zh-CN" altLang="en-US" sz="2400" dirty="0" smtClean="0"/>
              <a:t>用</a:t>
            </a:r>
            <a:r>
              <a:rPr lang="en-US" altLang="zh-CN" sz="2400" dirty="0" err="1" smtClean="0"/>
              <a:t>CreateCopy</a:t>
            </a:r>
            <a:r>
              <a:rPr lang="en-US" altLang="zh-CN" sz="2400" dirty="0"/>
              <a:t>() </a:t>
            </a:r>
            <a:r>
              <a:rPr lang="zh-CN" altLang="en-US" sz="2400" dirty="0"/>
              <a:t>方法</a:t>
            </a:r>
            <a:r>
              <a:rPr lang="zh-CN" altLang="en-US" sz="2400" dirty="0" smtClean="0"/>
              <a:t>。使用</a:t>
            </a:r>
            <a:r>
              <a:rPr lang="zh-CN" altLang="en-US" sz="2400" dirty="0"/>
              <a:t>哪种方法，一方面取决于数据的情况，另一方面，也需要</a:t>
            </a:r>
            <a:r>
              <a:rPr lang="zh-CN" altLang="en-US" sz="2400" dirty="0" smtClean="0"/>
              <a:t>根据文件</a:t>
            </a:r>
            <a:r>
              <a:rPr lang="zh-CN" altLang="en-US" sz="2400" dirty="0"/>
              <a:t>的格式来决定。</a:t>
            </a:r>
          </a:p>
          <a:p>
            <a:pPr>
              <a:lnSpc>
                <a:spcPct val="150000"/>
              </a:lnSpc>
            </a:pPr>
            <a:r>
              <a:rPr lang="zh-CN" altLang="en-US" sz="2400" dirty="0" smtClean="0"/>
              <a:t>所有</a:t>
            </a:r>
            <a:r>
              <a:rPr lang="zh-CN" altLang="en-US" sz="2400" dirty="0"/>
              <a:t>支持创建新文件的驱动都支持</a:t>
            </a:r>
            <a:r>
              <a:rPr lang="en-US" altLang="zh-CN" sz="2400" dirty="0" err="1"/>
              <a:t>CreateCopy</a:t>
            </a:r>
            <a:r>
              <a:rPr lang="en-US" altLang="zh-CN" sz="2400" dirty="0"/>
              <a:t>() </a:t>
            </a:r>
            <a:r>
              <a:rPr lang="zh-CN" altLang="en-US" sz="2400" dirty="0"/>
              <a:t>方法，但</a:t>
            </a:r>
            <a:r>
              <a:rPr lang="zh-CN" altLang="en-US" sz="2400" dirty="0" smtClean="0"/>
              <a:t>只有少数</a:t>
            </a:r>
            <a:r>
              <a:rPr lang="zh-CN" altLang="en-US" sz="2400" dirty="0"/>
              <a:t>支持</a:t>
            </a:r>
            <a:r>
              <a:rPr lang="en-US" altLang="zh-CN" sz="2400" dirty="0"/>
              <a:t>Create() </a:t>
            </a:r>
            <a:r>
              <a:rPr lang="zh-CN" altLang="en-US" sz="2400" dirty="0" smtClean="0"/>
              <a:t>方法。比如</a:t>
            </a:r>
            <a:r>
              <a:rPr lang="en-US" altLang="zh-CN" sz="2400" dirty="0"/>
              <a:t>JPG</a:t>
            </a:r>
            <a:r>
              <a:rPr lang="zh-CN" altLang="en-US" sz="2400" dirty="0"/>
              <a:t>，</a:t>
            </a:r>
            <a:r>
              <a:rPr lang="en-US" altLang="zh-CN" sz="2400" dirty="0"/>
              <a:t>PNG </a:t>
            </a:r>
            <a:r>
              <a:rPr lang="zh-CN" altLang="en-US" sz="2400" dirty="0"/>
              <a:t>等格式就不可以。所以，对于这种要写入内存中的数据格式有一个技巧，可以使用</a:t>
            </a:r>
            <a:r>
              <a:rPr lang="en-US" altLang="zh-CN" sz="2400" dirty="0"/>
              <a:t>Create() </a:t>
            </a:r>
            <a:r>
              <a:rPr lang="zh-CN" altLang="en-US" sz="2400" dirty="0"/>
              <a:t>先建立一个</a:t>
            </a:r>
            <a:r>
              <a:rPr lang="en-US" altLang="zh-CN" sz="2400" dirty="0" err="1"/>
              <a:t>GeoTiff</a:t>
            </a:r>
            <a:r>
              <a:rPr lang="en-US" altLang="zh-CN" sz="2400" dirty="0"/>
              <a:t> </a:t>
            </a:r>
            <a:r>
              <a:rPr lang="zh-CN" altLang="en-US" sz="2400" dirty="0"/>
              <a:t>格式的中间文件，再用</a:t>
            </a:r>
            <a:r>
              <a:rPr lang="en-US" altLang="zh-CN" sz="2400" dirty="0" err="1"/>
              <a:t>CreateCopy</a:t>
            </a:r>
            <a:r>
              <a:rPr lang="en-US" altLang="zh-CN" sz="2400" dirty="0"/>
              <a:t>() </a:t>
            </a:r>
            <a:r>
              <a:rPr lang="zh-CN" altLang="en-US" sz="2400" dirty="0"/>
              <a:t>方法来创建</a:t>
            </a:r>
            <a:r>
              <a:rPr lang="en-US" altLang="zh-CN" sz="2400" dirty="0"/>
              <a:t>JPG </a:t>
            </a:r>
            <a:r>
              <a:rPr lang="zh-CN" altLang="en-US" sz="2400" dirty="0"/>
              <a:t>或者</a:t>
            </a:r>
            <a:r>
              <a:rPr lang="en-US" altLang="zh-CN" sz="2400" dirty="0"/>
              <a:t>PNG</a:t>
            </a:r>
            <a:r>
              <a:rPr lang="zh-CN" altLang="en-US" sz="2400" dirty="0" smtClean="0"/>
              <a:t>。</a:t>
            </a:r>
            <a:endParaRPr lang="zh-CN" altLang="en-US" sz="2400" dirty="0"/>
          </a:p>
        </p:txBody>
      </p:sp>
    </p:spTree>
    <p:extLst>
      <p:ext uri="{BB962C8B-B14F-4D97-AF65-F5344CB8AC3E}">
        <p14:creationId xmlns:p14="http://schemas.microsoft.com/office/powerpoint/2010/main" val="3818649379"/>
      </p:ext>
    </p:extLst>
  </p:cSld>
  <p:clrMapOvr>
    <a:masterClrMapping/>
  </p:clrMapOvr>
  <p:transition spd="slow"/>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标题 1"/>
          <p:cNvSpPr txBox="1">
            <a:spLocks/>
          </p:cNvSpPr>
          <p:nvPr/>
        </p:nvSpPr>
        <p:spPr>
          <a:xfrm>
            <a:off x="838200" y="148859"/>
            <a:ext cx="11353800" cy="714357"/>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lang="en-US" altLang="zh-CN" sz="4000" b="1" dirty="0" smtClean="0">
                <a:solidFill>
                  <a:srgbClr val="FFFFFF"/>
                </a:solidFill>
                <a:latin typeface="微软雅黑" panose="020B0503020204020204" pitchFamily="34" charset="-122"/>
                <a:ea typeface="微软雅黑" panose="020B0503020204020204" pitchFamily="34" charset="-122"/>
              </a:rPr>
              <a:t>GDAL</a:t>
            </a:r>
            <a:r>
              <a:rPr lang="zh-CN" altLang="en-US" sz="4000" b="1" dirty="0" smtClean="0">
                <a:solidFill>
                  <a:srgbClr val="FFFFFF"/>
                </a:solidFill>
                <a:latin typeface="微软雅黑" panose="020B0503020204020204" pitchFamily="34" charset="-122"/>
                <a:ea typeface="微软雅黑" panose="020B0503020204020204" pitchFamily="34" charset="-122"/>
              </a:rPr>
              <a:t>支持的读写格式</a:t>
            </a:r>
            <a:endParaRPr kumimoji="0" lang="zh-CN" altLang="en-US" sz="4000" b="1" i="0" u="none" strike="noStrike" kern="120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j-cs"/>
            </a:endParaRPr>
          </a:p>
        </p:txBody>
      </p:sp>
      <p:sp>
        <p:nvSpPr>
          <p:cNvPr id="5" name="内容占位符 2"/>
          <p:cNvSpPr>
            <a:spLocks noGrp="1"/>
          </p:cNvSpPr>
          <p:nvPr>
            <p:ph idx="1"/>
          </p:nvPr>
        </p:nvSpPr>
        <p:spPr>
          <a:xfrm>
            <a:off x="1044375" y="4578638"/>
            <a:ext cx="10076688" cy="1746505"/>
          </a:xfrm>
        </p:spPr>
        <p:txBody>
          <a:bodyPr>
            <a:normAutofit fontScale="85000" lnSpcReduction="10000"/>
          </a:bodyPr>
          <a:lstStyle/>
          <a:p>
            <a:pPr>
              <a:lnSpc>
                <a:spcPct val="110000"/>
              </a:lnSpc>
            </a:pPr>
            <a:r>
              <a:rPr lang="zh-CN" altLang="en-US" dirty="0" smtClean="0"/>
              <a:t>可在驱动的元信息中检查</a:t>
            </a:r>
            <a:r>
              <a:rPr lang="en-US" altLang="zh-CN" dirty="0" smtClean="0"/>
              <a:t>DCAP_CREATE</a:t>
            </a:r>
            <a:r>
              <a:rPr lang="zh-CN" altLang="en-US" dirty="0" smtClean="0"/>
              <a:t>和</a:t>
            </a:r>
            <a:r>
              <a:rPr lang="en-US" altLang="zh-CN" dirty="0" smtClean="0"/>
              <a:t>DCAP_CREATECOPY</a:t>
            </a:r>
            <a:r>
              <a:rPr lang="zh-CN" altLang="en-US" dirty="0" smtClean="0"/>
              <a:t>的值，来判断是否支持</a:t>
            </a:r>
            <a:r>
              <a:rPr lang="en-US" altLang="zh-CN" dirty="0" smtClean="0"/>
              <a:t>Create()</a:t>
            </a:r>
            <a:r>
              <a:rPr lang="zh-CN" altLang="en-US" dirty="0" smtClean="0"/>
              <a:t>或</a:t>
            </a:r>
            <a:r>
              <a:rPr lang="en-US" altLang="zh-CN" dirty="0" err="1"/>
              <a:t>C</a:t>
            </a:r>
            <a:r>
              <a:rPr lang="en-US" altLang="zh-CN" dirty="0" err="1" smtClean="0"/>
              <a:t>reatecopy</a:t>
            </a:r>
            <a:r>
              <a:rPr lang="en-US" altLang="zh-CN" dirty="0" smtClean="0"/>
              <a:t>()</a:t>
            </a:r>
            <a:r>
              <a:rPr lang="zh-CN" altLang="en-US" dirty="0" smtClean="0"/>
              <a:t>方法。</a:t>
            </a:r>
            <a:endParaRPr lang="en-US" altLang="zh-CN" dirty="0" smtClean="0"/>
          </a:p>
          <a:p>
            <a:pPr>
              <a:lnSpc>
                <a:spcPct val="110000"/>
              </a:lnSpc>
            </a:pPr>
            <a:r>
              <a:rPr lang="zh-CN" altLang="en-US" dirty="0" smtClean="0"/>
              <a:t>先</a:t>
            </a:r>
            <a:r>
              <a:rPr lang="zh-CN" altLang="en-US" dirty="0"/>
              <a:t>创建一个</a:t>
            </a:r>
            <a:r>
              <a:rPr lang="en-US" altLang="zh-CN" dirty="0" err="1"/>
              <a:t>GeoTiff</a:t>
            </a:r>
            <a:r>
              <a:rPr lang="en-US" altLang="zh-CN" dirty="0"/>
              <a:t> </a:t>
            </a:r>
            <a:r>
              <a:rPr lang="zh-CN" altLang="en-US" dirty="0"/>
              <a:t>的数据集格式驱动</a:t>
            </a:r>
            <a:r>
              <a:rPr lang="en-US" altLang="zh-CN" dirty="0"/>
              <a:t>driver</a:t>
            </a:r>
            <a:r>
              <a:rPr lang="zh-CN" altLang="en-US" dirty="0"/>
              <a:t>，然后</a:t>
            </a:r>
            <a:r>
              <a:rPr lang="zh-CN" altLang="en-US" dirty="0" smtClean="0"/>
              <a:t>提取</a:t>
            </a:r>
            <a:r>
              <a:rPr lang="zh-CN" altLang="en-US" dirty="0"/>
              <a:t>出驱动的原数据，看原数据中是否有</a:t>
            </a:r>
            <a:r>
              <a:rPr lang="en-US" altLang="zh-CN" dirty="0"/>
              <a:t>DCAP_CREATE </a:t>
            </a:r>
            <a:r>
              <a:rPr lang="zh-CN" altLang="en-US" dirty="0" smtClean="0"/>
              <a:t>或者</a:t>
            </a:r>
            <a:r>
              <a:rPr lang="en-US" altLang="zh-CN" dirty="0" smtClean="0"/>
              <a:t>DCAP_CREATECOPY </a:t>
            </a:r>
            <a:r>
              <a:rPr lang="zh-CN" altLang="en-US" dirty="0"/>
              <a:t>的属性。</a:t>
            </a:r>
          </a:p>
        </p:txBody>
      </p:sp>
      <p:sp>
        <p:nvSpPr>
          <p:cNvPr id="2" name="矩形 1"/>
          <p:cNvSpPr/>
          <p:nvPr/>
        </p:nvSpPr>
        <p:spPr>
          <a:xfrm>
            <a:off x="1195687" y="1289766"/>
            <a:ext cx="9470136" cy="2862322"/>
          </a:xfrm>
          <a:prstGeom prst="rect">
            <a:avLst/>
          </a:prstGeom>
          <a:solidFill>
            <a:schemeClr val="bg1">
              <a:lumMod val="85000"/>
            </a:schemeClr>
          </a:solidFill>
        </p:spPr>
        <p:txBody>
          <a:bodyPr wrap="square">
            <a:spAutoFit/>
          </a:bodyPr>
          <a:lstStyle/>
          <a:p>
            <a:r>
              <a:rPr lang="en-US" altLang="zh-CN" sz="1600" dirty="0">
                <a:solidFill>
                  <a:srgbClr val="8080FF"/>
                </a:solidFill>
                <a:latin typeface="LMSans8-Regular-Identity-H"/>
              </a:rPr>
              <a:t>1 </a:t>
            </a:r>
            <a:r>
              <a:rPr lang="en-US" altLang="zh-CN" dirty="0">
                <a:solidFill>
                  <a:srgbClr val="666666"/>
                </a:solidFill>
                <a:latin typeface="YaHei_Monaco-R"/>
              </a:rPr>
              <a:t>&gt;&gt;&gt; </a:t>
            </a:r>
            <a:r>
              <a:rPr lang="en-US" altLang="zh-CN" dirty="0">
                <a:solidFill>
                  <a:srgbClr val="008000"/>
                </a:solidFill>
                <a:latin typeface="YaHei_Monaco-R"/>
              </a:rPr>
              <a:t>from </a:t>
            </a:r>
            <a:r>
              <a:rPr lang="en-US" altLang="zh-CN" dirty="0" err="1">
                <a:solidFill>
                  <a:srgbClr val="0000FF"/>
                </a:solidFill>
                <a:latin typeface="YaHei_Monaco-R"/>
              </a:rPr>
              <a:t>osgeo</a:t>
            </a:r>
            <a:r>
              <a:rPr lang="en-US" altLang="zh-CN" dirty="0">
                <a:solidFill>
                  <a:srgbClr val="0000FF"/>
                </a:solidFill>
                <a:latin typeface="YaHei_Monaco-R"/>
              </a:rPr>
              <a:t> </a:t>
            </a:r>
            <a:r>
              <a:rPr lang="en-US" altLang="zh-CN" dirty="0">
                <a:solidFill>
                  <a:srgbClr val="008000"/>
                </a:solidFill>
                <a:latin typeface="YaHei_Monaco-R"/>
              </a:rPr>
              <a:t>import </a:t>
            </a:r>
            <a:r>
              <a:rPr lang="en-US" altLang="zh-CN" dirty="0" err="1">
                <a:solidFill>
                  <a:srgbClr val="000000"/>
                </a:solidFill>
                <a:latin typeface="YaHei_Monaco-R"/>
              </a:rPr>
              <a:t>gdal</a:t>
            </a:r>
            <a:endParaRPr lang="en-US" altLang="zh-CN" dirty="0">
              <a:solidFill>
                <a:srgbClr val="000000"/>
              </a:solidFill>
              <a:latin typeface="YaHei_Monaco-R"/>
            </a:endParaRPr>
          </a:p>
          <a:p>
            <a:r>
              <a:rPr lang="en-US" altLang="zh-CN" sz="1600" dirty="0">
                <a:solidFill>
                  <a:srgbClr val="8080FF"/>
                </a:solidFill>
                <a:latin typeface="LMSans8-Regular-Identity-H"/>
              </a:rPr>
              <a:t>2 </a:t>
            </a:r>
            <a:r>
              <a:rPr lang="en-US" altLang="zh-CN" dirty="0">
                <a:solidFill>
                  <a:srgbClr val="666666"/>
                </a:solidFill>
                <a:latin typeface="YaHei_Monaco-R"/>
              </a:rPr>
              <a:t>&gt;&gt;&gt; </a:t>
            </a:r>
            <a:r>
              <a:rPr lang="en-US" altLang="zh-CN" dirty="0">
                <a:solidFill>
                  <a:srgbClr val="008000"/>
                </a:solidFill>
                <a:latin typeface="YaHei_Monaco-R"/>
              </a:rPr>
              <a:t>format </a:t>
            </a:r>
            <a:r>
              <a:rPr lang="en-US" altLang="zh-CN" dirty="0">
                <a:solidFill>
                  <a:srgbClr val="666666"/>
                </a:solidFill>
                <a:latin typeface="YaHei_Monaco-R"/>
              </a:rPr>
              <a:t>= </a:t>
            </a:r>
            <a:r>
              <a:rPr lang="en-US" altLang="zh-CN" dirty="0">
                <a:solidFill>
                  <a:srgbClr val="BB2121"/>
                </a:solidFill>
                <a:latin typeface="YaHei_Monaco-R"/>
              </a:rPr>
              <a:t>"</a:t>
            </a:r>
            <a:r>
              <a:rPr lang="en-US" altLang="zh-CN" dirty="0" err="1">
                <a:solidFill>
                  <a:srgbClr val="BB2121"/>
                </a:solidFill>
                <a:latin typeface="YaHei_Monaco-R"/>
              </a:rPr>
              <a:t>GTiff</a:t>
            </a:r>
            <a:r>
              <a:rPr lang="en-US" altLang="zh-CN" dirty="0">
                <a:solidFill>
                  <a:srgbClr val="BB2121"/>
                </a:solidFill>
                <a:latin typeface="YaHei_Monaco-R"/>
              </a:rPr>
              <a:t>"</a:t>
            </a:r>
          </a:p>
          <a:p>
            <a:r>
              <a:rPr lang="en-US" altLang="zh-CN" sz="1600" dirty="0">
                <a:solidFill>
                  <a:srgbClr val="8080FF"/>
                </a:solidFill>
                <a:latin typeface="LMSans8-Regular-Identity-H"/>
              </a:rPr>
              <a:t>3 </a:t>
            </a:r>
            <a:r>
              <a:rPr lang="en-US" altLang="zh-CN" dirty="0">
                <a:solidFill>
                  <a:srgbClr val="666666"/>
                </a:solidFill>
                <a:latin typeface="YaHei_Monaco-R"/>
              </a:rPr>
              <a:t>&gt;&gt;&gt; </a:t>
            </a:r>
            <a:r>
              <a:rPr lang="en-US" altLang="zh-CN" dirty="0">
                <a:solidFill>
                  <a:srgbClr val="000000"/>
                </a:solidFill>
                <a:latin typeface="YaHei_Monaco-R"/>
              </a:rPr>
              <a:t>driver </a:t>
            </a:r>
            <a:r>
              <a:rPr lang="en-US" altLang="zh-CN" dirty="0">
                <a:solidFill>
                  <a:srgbClr val="666666"/>
                </a:solidFill>
                <a:latin typeface="YaHei_Monaco-R"/>
              </a:rPr>
              <a:t>= </a:t>
            </a:r>
            <a:r>
              <a:rPr lang="en-US" altLang="zh-CN" dirty="0" err="1">
                <a:solidFill>
                  <a:srgbClr val="000000"/>
                </a:solidFill>
                <a:latin typeface="YaHei_Monaco-R"/>
              </a:rPr>
              <a:t>gdal</a:t>
            </a:r>
            <a:r>
              <a:rPr lang="en-US" altLang="zh-CN" dirty="0" err="1">
                <a:solidFill>
                  <a:srgbClr val="666666"/>
                </a:solidFill>
                <a:latin typeface="YaHei_Monaco-R"/>
              </a:rPr>
              <a:t>.</a:t>
            </a:r>
            <a:r>
              <a:rPr lang="en-US" altLang="zh-CN" dirty="0" err="1">
                <a:solidFill>
                  <a:srgbClr val="000000"/>
                </a:solidFill>
                <a:latin typeface="YaHei_Monaco-R"/>
              </a:rPr>
              <a:t>GetDriverByName</a:t>
            </a:r>
            <a:r>
              <a:rPr lang="en-US" altLang="zh-CN" dirty="0">
                <a:solidFill>
                  <a:srgbClr val="000000"/>
                </a:solidFill>
                <a:latin typeface="YaHei_Monaco-R"/>
              </a:rPr>
              <a:t>( </a:t>
            </a:r>
            <a:r>
              <a:rPr lang="en-US" altLang="zh-CN" dirty="0">
                <a:solidFill>
                  <a:srgbClr val="008000"/>
                </a:solidFill>
                <a:latin typeface="YaHei_Monaco-R"/>
              </a:rPr>
              <a:t>format </a:t>
            </a:r>
            <a:r>
              <a:rPr lang="en-US" altLang="zh-CN" dirty="0">
                <a:solidFill>
                  <a:srgbClr val="000000"/>
                </a:solidFill>
                <a:latin typeface="YaHei_Monaco-R"/>
              </a:rPr>
              <a:t>)</a:t>
            </a:r>
          </a:p>
          <a:p>
            <a:r>
              <a:rPr lang="en-US" altLang="zh-CN" sz="1600" dirty="0">
                <a:solidFill>
                  <a:srgbClr val="8080FF"/>
                </a:solidFill>
                <a:latin typeface="LMSans8-Regular-Identity-H"/>
              </a:rPr>
              <a:t>4 </a:t>
            </a:r>
            <a:r>
              <a:rPr lang="en-US" altLang="zh-CN" dirty="0">
                <a:solidFill>
                  <a:srgbClr val="666666"/>
                </a:solidFill>
                <a:latin typeface="YaHei_Monaco-R"/>
              </a:rPr>
              <a:t>&gt;&gt;&gt; </a:t>
            </a:r>
            <a:r>
              <a:rPr lang="en-US" altLang="zh-CN" dirty="0">
                <a:solidFill>
                  <a:srgbClr val="000000"/>
                </a:solidFill>
                <a:latin typeface="YaHei_Monaco-R"/>
              </a:rPr>
              <a:t>metadata </a:t>
            </a:r>
            <a:r>
              <a:rPr lang="en-US" altLang="zh-CN" dirty="0">
                <a:solidFill>
                  <a:srgbClr val="666666"/>
                </a:solidFill>
                <a:latin typeface="YaHei_Monaco-R"/>
              </a:rPr>
              <a:t>= </a:t>
            </a:r>
            <a:r>
              <a:rPr lang="en-US" altLang="zh-CN" dirty="0" err="1">
                <a:solidFill>
                  <a:srgbClr val="000000"/>
                </a:solidFill>
                <a:latin typeface="YaHei_Monaco-R"/>
              </a:rPr>
              <a:t>driver</a:t>
            </a:r>
            <a:r>
              <a:rPr lang="en-US" altLang="zh-CN" dirty="0" err="1">
                <a:solidFill>
                  <a:srgbClr val="666666"/>
                </a:solidFill>
                <a:latin typeface="YaHei_Monaco-R"/>
              </a:rPr>
              <a:t>.</a:t>
            </a:r>
            <a:r>
              <a:rPr lang="en-US" altLang="zh-CN" dirty="0" err="1">
                <a:solidFill>
                  <a:srgbClr val="000000"/>
                </a:solidFill>
                <a:latin typeface="YaHei_Monaco-R"/>
              </a:rPr>
              <a:t>GetMetadata</a:t>
            </a:r>
            <a:r>
              <a:rPr lang="en-US" altLang="zh-CN" dirty="0">
                <a:solidFill>
                  <a:srgbClr val="000000"/>
                </a:solidFill>
                <a:latin typeface="YaHei_Monaco-R"/>
              </a:rPr>
              <a:t>()</a:t>
            </a:r>
          </a:p>
          <a:p>
            <a:r>
              <a:rPr lang="en-US" altLang="zh-CN" sz="1600" dirty="0">
                <a:solidFill>
                  <a:srgbClr val="8080FF"/>
                </a:solidFill>
                <a:latin typeface="LMSans8-Regular-Identity-H"/>
              </a:rPr>
              <a:t>5 </a:t>
            </a:r>
            <a:r>
              <a:rPr lang="en-US" altLang="zh-CN" dirty="0">
                <a:solidFill>
                  <a:srgbClr val="666666"/>
                </a:solidFill>
                <a:latin typeface="YaHei_Monaco-R"/>
              </a:rPr>
              <a:t>&gt;&gt;&gt; </a:t>
            </a:r>
            <a:r>
              <a:rPr lang="en-US" altLang="zh-CN" dirty="0">
                <a:solidFill>
                  <a:srgbClr val="008000"/>
                </a:solidFill>
                <a:latin typeface="YaHei_Monaco-R"/>
              </a:rPr>
              <a:t>if </a:t>
            </a:r>
            <a:r>
              <a:rPr lang="en-US" altLang="zh-CN" dirty="0">
                <a:solidFill>
                  <a:srgbClr val="000000"/>
                </a:solidFill>
                <a:latin typeface="YaHei_Monaco-R"/>
              </a:rPr>
              <a:t>(</a:t>
            </a:r>
            <a:r>
              <a:rPr lang="en-US" altLang="zh-CN" dirty="0" err="1">
                <a:solidFill>
                  <a:srgbClr val="000000"/>
                </a:solidFill>
                <a:latin typeface="YaHei_Monaco-R"/>
              </a:rPr>
              <a:t>gdal.DCAP_CREATE</a:t>
            </a:r>
            <a:r>
              <a:rPr lang="en-US" altLang="zh-CN" dirty="0">
                <a:solidFill>
                  <a:srgbClr val="000000"/>
                </a:solidFill>
                <a:latin typeface="YaHei_Monaco-R"/>
              </a:rPr>
              <a:t> in metadata) </a:t>
            </a:r>
            <a:r>
              <a:rPr lang="en-US" altLang="zh-CN" dirty="0">
                <a:solidFill>
                  <a:srgbClr val="AC21FF"/>
                </a:solidFill>
                <a:latin typeface="YaHei_Monaco-R"/>
              </a:rPr>
              <a:t>and </a:t>
            </a:r>
            <a:r>
              <a:rPr lang="en-US" altLang="zh-CN" dirty="0">
                <a:solidFill>
                  <a:srgbClr val="000000"/>
                </a:solidFill>
                <a:latin typeface="YaHei_Monaco-R"/>
              </a:rPr>
              <a:t>metadata[</a:t>
            </a:r>
            <a:r>
              <a:rPr lang="en-US" altLang="zh-CN" dirty="0" err="1">
                <a:solidFill>
                  <a:srgbClr val="000000"/>
                </a:solidFill>
                <a:latin typeface="YaHei_Monaco-R"/>
              </a:rPr>
              <a:t>gdal</a:t>
            </a:r>
            <a:r>
              <a:rPr lang="en-US" altLang="zh-CN" dirty="0" err="1">
                <a:solidFill>
                  <a:srgbClr val="666666"/>
                </a:solidFill>
                <a:latin typeface="YaHei_Monaco-R"/>
              </a:rPr>
              <a:t>.</a:t>
            </a:r>
            <a:r>
              <a:rPr lang="en-US" altLang="zh-CN" dirty="0" err="1">
                <a:solidFill>
                  <a:srgbClr val="000000"/>
                </a:solidFill>
                <a:latin typeface="YaHei_Monaco-R"/>
              </a:rPr>
              <a:t>DCAP_CREATE</a:t>
            </a:r>
            <a:r>
              <a:rPr lang="en-US" altLang="zh-CN" dirty="0" smtClean="0">
                <a:solidFill>
                  <a:srgbClr val="000000"/>
                </a:solidFill>
                <a:latin typeface="YaHei_Monaco-R"/>
              </a:rPr>
              <a:t>]</a:t>
            </a:r>
            <a:r>
              <a:rPr lang="zh-CN" altLang="en-US" dirty="0" smtClean="0">
                <a:solidFill>
                  <a:srgbClr val="000000"/>
                </a:solidFill>
                <a:latin typeface="YaHei_Monaco-R"/>
              </a:rPr>
              <a:t>：</a:t>
            </a:r>
            <a:r>
              <a:rPr lang="en-US" altLang="zh-CN" dirty="0" smtClean="0">
                <a:solidFill>
                  <a:srgbClr val="000000"/>
                </a:solidFill>
                <a:latin typeface="YaHei_Monaco-R"/>
              </a:rPr>
              <a:t> </a:t>
            </a:r>
          </a:p>
          <a:p>
            <a:r>
              <a:rPr lang="en-US" altLang="zh-CN" sz="1600" dirty="0" smtClean="0">
                <a:solidFill>
                  <a:srgbClr val="8080FF"/>
                </a:solidFill>
                <a:latin typeface="LMSans8-Regular-Identity-H"/>
              </a:rPr>
              <a:t>6 </a:t>
            </a:r>
            <a:r>
              <a:rPr lang="en-US" altLang="zh-CN" dirty="0">
                <a:solidFill>
                  <a:srgbClr val="666666"/>
                </a:solidFill>
                <a:latin typeface="YaHei_Monaco-R"/>
              </a:rPr>
              <a:t>... </a:t>
            </a:r>
            <a:r>
              <a:rPr lang="en-US" altLang="zh-CN" dirty="0" smtClean="0">
                <a:solidFill>
                  <a:srgbClr val="666666"/>
                </a:solidFill>
                <a:latin typeface="YaHei_Monaco-R"/>
              </a:rPr>
              <a:t>	</a:t>
            </a:r>
            <a:r>
              <a:rPr lang="en-US" altLang="zh-CN" dirty="0" smtClean="0">
                <a:solidFill>
                  <a:srgbClr val="008000"/>
                </a:solidFill>
                <a:latin typeface="YaHei_Monaco-R"/>
              </a:rPr>
              <a:t>print </a:t>
            </a:r>
            <a:r>
              <a:rPr lang="en-US" altLang="zh-CN" dirty="0">
                <a:solidFill>
                  <a:srgbClr val="000000"/>
                </a:solidFill>
                <a:latin typeface="YaHei_Monaco-R"/>
              </a:rPr>
              <a:t>(</a:t>
            </a:r>
            <a:r>
              <a:rPr lang="en-US" altLang="zh-CN" dirty="0">
                <a:solidFill>
                  <a:srgbClr val="BB2121"/>
                </a:solidFill>
                <a:latin typeface="YaHei_Monaco-R"/>
              </a:rPr>
              <a:t>'Driver </a:t>
            </a:r>
            <a:r>
              <a:rPr lang="en-US" altLang="zh-CN" dirty="0">
                <a:solidFill>
                  <a:srgbClr val="BB6688"/>
                </a:solidFill>
                <a:latin typeface="YaHei_Monaco-R"/>
              </a:rPr>
              <a:t>%s </a:t>
            </a:r>
            <a:r>
              <a:rPr lang="en-US" altLang="zh-CN" dirty="0">
                <a:solidFill>
                  <a:srgbClr val="BB2121"/>
                </a:solidFill>
                <a:latin typeface="YaHei_Monaco-R"/>
              </a:rPr>
              <a:t>supports Create() method.' </a:t>
            </a:r>
            <a:r>
              <a:rPr lang="en-US" altLang="zh-CN" dirty="0">
                <a:solidFill>
                  <a:srgbClr val="666666"/>
                </a:solidFill>
                <a:latin typeface="YaHei_Monaco-R"/>
              </a:rPr>
              <a:t>% </a:t>
            </a:r>
            <a:r>
              <a:rPr lang="en-US" altLang="zh-CN" dirty="0">
                <a:solidFill>
                  <a:srgbClr val="008000"/>
                </a:solidFill>
                <a:latin typeface="YaHei_Monaco-R"/>
              </a:rPr>
              <a:t>format</a:t>
            </a:r>
            <a:r>
              <a:rPr lang="en-US" altLang="zh-CN" dirty="0">
                <a:solidFill>
                  <a:srgbClr val="000000"/>
                </a:solidFill>
                <a:latin typeface="YaHei_Monaco-R"/>
              </a:rPr>
              <a:t>)</a:t>
            </a:r>
          </a:p>
          <a:p>
            <a:r>
              <a:rPr lang="en-US" altLang="zh-CN" sz="1600" dirty="0">
                <a:solidFill>
                  <a:srgbClr val="8080FF"/>
                </a:solidFill>
                <a:latin typeface="LMSans8-Regular-Identity-H"/>
              </a:rPr>
              <a:t>7 </a:t>
            </a:r>
            <a:r>
              <a:rPr lang="en-US" altLang="zh-CN" dirty="0">
                <a:solidFill>
                  <a:srgbClr val="000000"/>
                </a:solidFill>
                <a:latin typeface="YaHei_Monaco-R"/>
              </a:rPr>
              <a:t>Driver </a:t>
            </a:r>
            <a:r>
              <a:rPr lang="en-US" altLang="zh-CN" dirty="0" err="1">
                <a:solidFill>
                  <a:srgbClr val="000000"/>
                </a:solidFill>
                <a:latin typeface="YaHei_Monaco-R"/>
              </a:rPr>
              <a:t>GTiff</a:t>
            </a:r>
            <a:r>
              <a:rPr lang="en-US" altLang="zh-CN" dirty="0">
                <a:solidFill>
                  <a:srgbClr val="000000"/>
                </a:solidFill>
                <a:latin typeface="YaHei_Monaco-R"/>
              </a:rPr>
              <a:t> supports Create() method</a:t>
            </a:r>
            <a:r>
              <a:rPr lang="en-US" altLang="zh-CN" dirty="0">
                <a:solidFill>
                  <a:srgbClr val="666666"/>
                </a:solidFill>
                <a:latin typeface="YaHei_Monaco-R"/>
              </a:rPr>
              <a:t>.</a:t>
            </a:r>
          </a:p>
          <a:p>
            <a:r>
              <a:rPr lang="en-US" altLang="zh-CN" sz="1600" dirty="0">
                <a:solidFill>
                  <a:srgbClr val="8080FF"/>
                </a:solidFill>
                <a:latin typeface="LMSans8-Regular-Identity-H"/>
              </a:rPr>
              <a:t>8 </a:t>
            </a:r>
            <a:r>
              <a:rPr lang="en-US" altLang="zh-CN" dirty="0">
                <a:solidFill>
                  <a:srgbClr val="666666"/>
                </a:solidFill>
                <a:latin typeface="YaHei_Monaco-R"/>
              </a:rPr>
              <a:t>&gt;&gt;&gt; </a:t>
            </a:r>
            <a:r>
              <a:rPr lang="en-US" altLang="zh-CN" dirty="0">
                <a:solidFill>
                  <a:srgbClr val="008000"/>
                </a:solidFill>
                <a:latin typeface="YaHei_Monaco-R"/>
              </a:rPr>
              <a:t>if </a:t>
            </a:r>
            <a:r>
              <a:rPr lang="en-US" altLang="zh-CN" dirty="0">
                <a:solidFill>
                  <a:srgbClr val="000000"/>
                </a:solidFill>
                <a:latin typeface="YaHei_Monaco-R"/>
              </a:rPr>
              <a:t>(</a:t>
            </a:r>
            <a:r>
              <a:rPr lang="en-US" altLang="zh-CN" dirty="0" err="1">
                <a:solidFill>
                  <a:srgbClr val="000000"/>
                </a:solidFill>
                <a:latin typeface="YaHei_Monaco-R"/>
              </a:rPr>
              <a:t>gdal.DCAP_CREATECOPY</a:t>
            </a:r>
            <a:r>
              <a:rPr lang="en-US" altLang="zh-CN" dirty="0">
                <a:solidFill>
                  <a:srgbClr val="000000"/>
                </a:solidFill>
                <a:latin typeface="YaHei_Monaco-R"/>
              </a:rPr>
              <a:t> in metadata</a:t>
            </a:r>
            <a:r>
              <a:rPr lang="en-US" altLang="zh-CN" dirty="0" smtClean="0">
                <a:solidFill>
                  <a:srgbClr val="000000"/>
                </a:solidFill>
                <a:latin typeface="YaHei_Monaco-R"/>
              </a:rPr>
              <a:t>) </a:t>
            </a:r>
            <a:r>
              <a:rPr lang="en-US" altLang="zh-CN" dirty="0" smtClean="0">
                <a:solidFill>
                  <a:srgbClr val="AC21FF"/>
                </a:solidFill>
                <a:latin typeface="YaHei_Monaco-R"/>
              </a:rPr>
              <a:t>and </a:t>
            </a:r>
            <a:r>
              <a:rPr lang="en-US" altLang="zh-CN" dirty="0" smtClean="0">
                <a:solidFill>
                  <a:srgbClr val="000000"/>
                </a:solidFill>
                <a:latin typeface="YaHei_Monaco-R"/>
              </a:rPr>
              <a:t>metadata[</a:t>
            </a:r>
            <a:r>
              <a:rPr lang="en-US" altLang="zh-CN" dirty="0" err="1" smtClean="0">
                <a:solidFill>
                  <a:srgbClr val="000000"/>
                </a:solidFill>
                <a:latin typeface="YaHei_Monaco-R"/>
              </a:rPr>
              <a:t>gdal</a:t>
            </a:r>
            <a:r>
              <a:rPr lang="en-US" altLang="zh-CN" dirty="0" err="1" smtClean="0">
                <a:solidFill>
                  <a:srgbClr val="666666"/>
                </a:solidFill>
                <a:latin typeface="YaHei_Monaco-R"/>
              </a:rPr>
              <a:t>.</a:t>
            </a:r>
            <a:r>
              <a:rPr lang="en-US" altLang="zh-CN" dirty="0" err="1" smtClean="0">
                <a:solidFill>
                  <a:srgbClr val="000000"/>
                </a:solidFill>
                <a:latin typeface="YaHei_Monaco-R"/>
              </a:rPr>
              <a:t>DCAP_CREATE</a:t>
            </a:r>
            <a:r>
              <a:rPr lang="en-US" altLang="zh-CN" dirty="0" smtClean="0">
                <a:solidFill>
                  <a:srgbClr val="000000"/>
                </a:solidFill>
                <a:latin typeface="YaHei_Monaco-R"/>
              </a:rPr>
              <a:t>]</a:t>
            </a:r>
            <a:r>
              <a:rPr lang="zh-CN" altLang="en-US" dirty="0" smtClean="0">
                <a:solidFill>
                  <a:srgbClr val="000000"/>
                </a:solidFill>
                <a:latin typeface="YaHei_Monaco-R"/>
              </a:rPr>
              <a:t>：</a:t>
            </a:r>
            <a:endParaRPr lang="en-US" altLang="zh-CN" dirty="0" smtClean="0">
              <a:solidFill>
                <a:srgbClr val="000000"/>
              </a:solidFill>
              <a:latin typeface="YaHei_Monaco-R"/>
            </a:endParaRPr>
          </a:p>
          <a:p>
            <a:r>
              <a:rPr lang="en-US" altLang="zh-CN" sz="1600" dirty="0" smtClean="0">
                <a:solidFill>
                  <a:srgbClr val="8080FF"/>
                </a:solidFill>
                <a:latin typeface="LMSans8-Regular-Identity-H"/>
              </a:rPr>
              <a:t>9 </a:t>
            </a:r>
            <a:r>
              <a:rPr lang="en-US" altLang="zh-CN" dirty="0">
                <a:solidFill>
                  <a:srgbClr val="666666"/>
                </a:solidFill>
                <a:latin typeface="YaHei_Monaco-R"/>
              </a:rPr>
              <a:t>... </a:t>
            </a:r>
            <a:r>
              <a:rPr lang="en-US" altLang="zh-CN" dirty="0" smtClean="0">
                <a:solidFill>
                  <a:srgbClr val="666666"/>
                </a:solidFill>
                <a:latin typeface="YaHei_Monaco-R"/>
              </a:rPr>
              <a:t>	</a:t>
            </a:r>
            <a:r>
              <a:rPr lang="en-US" altLang="zh-CN" dirty="0" smtClean="0">
                <a:solidFill>
                  <a:srgbClr val="008000"/>
                </a:solidFill>
                <a:latin typeface="YaHei_Monaco-R"/>
              </a:rPr>
              <a:t>print </a:t>
            </a:r>
            <a:r>
              <a:rPr lang="en-US" altLang="zh-CN" dirty="0">
                <a:solidFill>
                  <a:srgbClr val="000000"/>
                </a:solidFill>
                <a:latin typeface="YaHei_Monaco-R"/>
              </a:rPr>
              <a:t>(</a:t>
            </a:r>
            <a:r>
              <a:rPr lang="en-US" altLang="zh-CN" dirty="0">
                <a:solidFill>
                  <a:srgbClr val="BB2121"/>
                </a:solidFill>
                <a:latin typeface="YaHei_Monaco-R"/>
              </a:rPr>
              <a:t>'Driver </a:t>
            </a:r>
            <a:r>
              <a:rPr lang="en-US" altLang="zh-CN" dirty="0">
                <a:solidFill>
                  <a:srgbClr val="BB6688"/>
                </a:solidFill>
                <a:latin typeface="YaHei_Monaco-R"/>
              </a:rPr>
              <a:t>%s </a:t>
            </a:r>
            <a:r>
              <a:rPr lang="en-US" altLang="zh-CN" dirty="0">
                <a:solidFill>
                  <a:srgbClr val="BB2121"/>
                </a:solidFill>
                <a:latin typeface="YaHei_Monaco-R"/>
              </a:rPr>
              <a:t>supports </a:t>
            </a:r>
            <a:r>
              <a:rPr lang="en-US" altLang="zh-CN" dirty="0" err="1">
                <a:solidFill>
                  <a:srgbClr val="BB2121"/>
                </a:solidFill>
                <a:latin typeface="YaHei_Monaco-R"/>
              </a:rPr>
              <a:t>CreateCopy</a:t>
            </a:r>
            <a:r>
              <a:rPr lang="en-US" altLang="zh-CN" dirty="0">
                <a:solidFill>
                  <a:srgbClr val="BB2121"/>
                </a:solidFill>
                <a:latin typeface="YaHei_Monaco-R"/>
              </a:rPr>
              <a:t>() method.' </a:t>
            </a:r>
            <a:r>
              <a:rPr lang="en-US" altLang="zh-CN" dirty="0">
                <a:solidFill>
                  <a:srgbClr val="666666"/>
                </a:solidFill>
                <a:latin typeface="YaHei_Monaco-R"/>
              </a:rPr>
              <a:t>% </a:t>
            </a:r>
            <a:r>
              <a:rPr lang="en-US" altLang="zh-CN" dirty="0">
                <a:solidFill>
                  <a:srgbClr val="008000"/>
                </a:solidFill>
                <a:latin typeface="YaHei_Monaco-R"/>
              </a:rPr>
              <a:t>format</a:t>
            </a:r>
            <a:r>
              <a:rPr lang="en-US" altLang="zh-CN" dirty="0">
                <a:solidFill>
                  <a:srgbClr val="000000"/>
                </a:solidFill>
                <a:latin typeface="YaHei_Monaco-R"/>
              </a:rPr>
              <a:t>)</a:t>
            </a:r>
          </a:p>
          <a:p>
            <a:r>
              <a:rPr lang="en-US" altLang="zh-CN" sz="1600" dirty="0">
                <a:solidFill>
                  <a:srgbClr val="8080FF"/>
                </a:solidFill>
                <a:latin typeface="LMSans8-Regular-Identity-H"/>
              </a:rPr>
              <a:t>10 </a:t>
            </a:r>
            <a:r>
              <a:rPr lang="en-US" altLang="zh-CN" dirty="0">
                <a:solidFill>
                  <a:srgbClr val="000000"/>
                </a:solidFill>
                <a:latin typeface="YaHei_Monaco-R"/>
              </a:rPr>
              <a:t>Driver </a:t>
            </a:r>
            <a:r>
              <a:rPr lang="en-US" altLang="zh-CN" dirty="0" err="1">
                <a:solidFill>
                  <a:srgbClr val="000000"/>
                </a:solidFill>
                <a:latin typeface="YaHei_Monaco-R"/>
              </a:rPr>
              <a:t>GTiff</a:t>
            </a:r>
            <a:r>
              <a:rPr lang="en-US" altLang="zh-CN" dirty="0">
                <a:solidFill>
                  <a:srgbClr val="000000"/>
                </a:solidFill>
                <a:latin typeface="YaHei_Monaco-R"/>
              </a:rPr>
              <a:t> supports </a:t>
            </a:r>
            <a:r>
              <a:rPr lang="en-US" altLang="zh-CN" dirty="0" err="1">
                <a:solidFill>
                  <a:srgbClr val="000000"/>
                </a:solidFill>
                <a:latin typeface="YaHei_Monaco-R"/>
              </a:rPr>
              <a:t>CreateCopy</a:t>
            </a:r>
            <a:r>
              <a:rPr lang="en-US" altLang="zh-CN" dirty="0">
                <a:solidFill>
                  <a:srgbClr val="000000"/>
                </a:solidFill>
                <a:latin typeface="YaHei_Monaco-R"/>
              </a:rPr>
              <a:t>() method</a:t>
            </a:r>
            <a:endParaRPr lang="zh-CN" altLang="en-US" dirty="0"/>
          </a:p>
        </p:txBody>
      </p:sp>
    </p:spTree>
    <p:extLst>
      <p:ext uri="{BB962C8B-B14F-4D97-AF65-F5344CB8AC3E}">
        <p14:creationId xmlns:p14="http://schemas.microsoft.com/office/powerpoint/2010/main" val="3425860659"/>
      </p:ext>
    </p:extLst>
  </p:cSld>
  <p:clrMapOvr>
    <a:masterClrMapping/>
  </p:clrMapOvr>
  <p:transition spd="slow"/>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标题 1"/>
          <p:cNvSpPr txBox="1">
            <a:spLocks/>
          </p:cNvSpPr>
          <p:nvPr/>
        </p:nvSpPr>
        <p:spPr>
          <a:xfrm>
            <a:off x="838200" y="148859"/>
            <a:ext cx="11353800" cy="714357"/>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lang="en-US" altLang="zh-CN" sz="4000" b="1" dirty="0" err="1" smtClean="0">
                <a:solidFill>
                  <a:srgbClr val="FFFFFF"/>
                </a:solidFill>
                <a:latin typeface="微软雅黑" panose="020B0503020204020204" pitchFamily="34" charset="-122"/>
                <a:ea typeface="微软雅黑" panose="020B0503020204020204" pitchFamily="34" charset="-122"/>
              </a:rPr>
              <a:t>CreateCopy</a:t>
            </a:r>
            <a:r>
              <a:rPr lang="en-US" altLang="zh-CN" sz="4000" b="1" dirty="0" smtClean="0">
                <a:solidFill>
                  <a:srgbClr val="FFFFFF"/>
                </a:solidFill>
                <a:latin typeface="微软雅黑" panose="020B0503020204020204" pitchFamily="34" charset="-122"/>
                <a:ea typeface="微软雅黑" panose="020B0503020204020204" pitchFamily="34" charset="-122"/>
              </a:rPr>
              <a:t> </a:t>
            </a:r>
            <a:r>
              <a:rPr lang="zh-CN" altLang="en-US" sz="4000" b="1" dirty="0" smtClean="0">
                <a:solidFill>
                  <a:srgbClr val="FFFFFF"/>
                </a:solidFill>
                <a:latin typeface="微软雅黑" panose="020B0503020204020204" pitchFamily="34" charset="-122"/>
                <a:ea typeface="微软雅黑" panose="020B0503020204020204" pitchFamily="34" charset="-122"/>
              </a:rPr>
              <a:t>函数介绍</a:t>
            </a:r>
            <a:endParaRPr kumimoji="0" lang="zh-CN" altLang="en-US" sz="4000" b="1" i="0" u="none" strike="noStrike" kern="120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j-cs"/>
            </a:endParaRPr>
          </a:p>
        </p:txBody>
      </p:sp>
      <p:sp>
        <p:nvSpPr>
          <p:cNvPr id="5" name="内容占位符 2"/>
          <p:cNvSpPr>
            <a:spLocks noGrp="1"/>
          </p:cNvSpPr>
          <p:nvPr>
            <p:ph idx="1"/>
          </p:nvPr>
        </p:nvSpPr>
        <p:spPr>
          <a:xfrm>
            <a:off x="838200" y="1510720"/>
            <a:ext cx="10390632" cy="5175504"/>
          </a:xfrm>
        </p:spPr>
        <p:txBody>
          <a:bodyPr>
            <a:normAutofit fontScale="92500" lnSpcReduction="10000"/>
          </a:bodyPr>
          <a:lstStyle/>
          <a:p>
            <a:pPr>
              <a:lnSpc>
                <a:spcPct val="110000"/>
              </a:lnSpc>
            </a:pPr>
            <a:r>
              <a:rPr lang="en-US" altLang="zh-CN" dirty="0" err="1"/>
              <a:t>CreateCopy</a:t>
            </a:r>
            <a:r>
              <a:rPr lang="en-US" altLang="zh-CN" dirty="0"/>
              <a:t>() </a:t>
            </a:r>
            <a:r>
              <a:rPr lang="zh-CN" altLang="en-US" dirty="0"/>
              <a:t>的使用比较简单，就是把一个格式的图像直接转化</a:t>
            </a:r>
            <a:r>
              <a:rPr lang="zh-CN" altLang="en-US" dirty="0" smtClean="0"/>
              <a:t>为另</a:t>
            </a:r>
            <a:r>
              <a:rPr lang="zh-CN" altLang="en-US" dirty="0"/>
              <a:t>一个格式的图像，相当于一种格式转换。看看</a:t>
            </a:r>
            <a:r>
              <a:rPr lang="en-US" altLang="zh-CN" dirty="0" err="1"/>
              <a:t>CreateCopy</a:t>
            </a:r>
            <a:r>
              <a:rPr lang="en-US" altLang="zh-CN" dirty="0"/>
              <a:t>() </a:t>
            </a:r>
            <a:r>
              <a:rPr lang="zh-CN" altLang="en-US" dirty="0"/>
              <a:t>的</a:t>
            </a:r>
            <a:r>
              <a:rPr lang="zh-CN" altLang="en-US" dirty="0" smtClean="0"/>
              <a:t>原型</a:t>
            </a:r>
            <a:r>
              <a:rPr lang="zh-CN" altLang="en-US" dirty="0"/>
              <a:t>：</a:t>
            </a:r>
          </a:p>
          <a:p>
            <a:pPr>
              <a:lnSpc>
                <a:spcPct val="110000"/>
              </a:lnSpc>
            </a:pPr>
            <a:endParaRPr lang="en-US" altLang="zh-CN" dirty="0" smtClean="0"/>
          </a:p>
          <a:p>
            <a:pPr>
              <a:lnSpc>
                <a:spcPct val="110000"/>
              </a:lnSpc>
            </a:pPr>
            <a:endParaRPr lang="en-US" altLang="zh-CN" dirty="0"/>
          </a:p>
          <a:p>
            <a:pPr>
              <a:lnSpc>
                <a:spcPct val="110000"/>
              </a:lnSpc>
            </a:pPr>
            <a:r>
              <a:rPr lang="zh-CN" altLang="en-US" dirty="0" smtClean="0"/>
              <a:t>第一</a:t>
            </a:r>
            <a:r>
              <a:rPr lang="zh-CN" altLang="en-US" dirty="0"/>
              <a:t>个参数是源文件的名称，第二个是目标文件名称。第三及以后的</a:t>
            </a:r>
            <a:r>
              <a:rPr lang="zh-CN" altLang="en-US" dirty="0" smtClean="0"/>
              <a:t>参数</a:t>
            </a:r>
            <a:r>
              <a:rPr lang="zh-CN" altLang="en-US" dirty="0"/>
              <a:t>都可选。如果不输入也可以，程序按照默认的方式运行。第三个</a:t>
            </a:r>
            <a:r>
              <a:rPr lang="zh-CN" altLang="en-US" dirty="0" smtClean="0"/>
              <a:t>参数取值</a:t>
            </a:r>
            <a:r>
              <a:rPr lang="zh-CN" altLang="en-US" dirty="0"/>
              <a:t>是</a:t>
            </a:r>
            <a:r>
              <a:rPr lang="en-US" altLang="zh-CN" dirty="0"/>
              <a:t>0 </a:t>
            </a:r>
            <a:r>
              <a:rPr lang="zh-CN" altLang="en-US" dirty="0"/>
              <a:t>或者</a:t>
            </a:r>
            <a:r>
              <a:rPr lang="en-US" altLang="zh-CN" dirty="0"/>
              <a:t>1(True </a:t>
            </a:r>
            <a:r>
              <a:rPr lang="zh-CN" altLang="en-US" dirty="0"/>
              <a:t>或者</a:t>
            </a:r>
            <a:r>
              <a:rPr lang="en-US" altLang="zh-CN" dirty="0"/>
              <a:t>False)</a:t>
            </a:r>
            <a:r>
              <a:rPr lang="zh-CN" altLang="en-US" dirty="0"/>
              <a:t>。取值</a:t>
            </a:r>
            <a:r>
              <a:rPr lang="zh-CN" altLang="en-US" dirty="0" smtClean="0"/>
              <a:t>为</a:t>
            </a:r>
            <a:r>
              <a:rPr lang="en-US" altLang="zh-CN" dirty="0" smtClean="0"/>
              <a:t>0</a:t>
            </a:r>
            <a:r>
              <a:rPr lang="zh-CN" altLang="en-US" dirty="0" smtClean="0"/>
              <a:t>的</a:t>
            </a:r>
            <a:r>
              <a:rPr lang="zh-CN" altLang="en-US" dirty="0"/>
              <a:t>时候说明即使不能精确</a:t>
            </a:r>
            <a:r>
              <a:rPr lang="zh-CN" altLang="en-US" dirty="0" smtClean="0"/>
              <a:t>的由</a:t>
            </a:r>
            <a:r>
              <a:rPr lang="zh-CN" altLang="en-US" dirty="0"/>
              <a:t>原数据转化为目标数据，程序也照样执行</a:t>
            </a:r>
            <a:r>
              <a:rPr lang="en-US" altLang="zh-CN" dirty="0" err="1"/>
              <a:t>CreateCopy</a:t>
            </a:r>
            <a:r>
              <a:rPr lang="en-US" altLang="zh-CN" dirty="0"/>
              <a:t>() </a:t>
            </a:r>
            <a:r>
              <a:rPr lang="zh-CN" altLang="en-US" dirty="0"/>
              <a:t>方法，</a:t>
            </a:r>
            <a:r>
              <a:rPr lang="zh-CN" altLang="en-US" dirty="0" smtClean="0"/>
              <a:t>不会</a:t>
            </a:r>
            <a:r>
              <a:rPr lang="zh-CN" altLang="en-US" dirty="0"/>
              <a:t>产生致命错误。这种错误有可能是输出格式不支持输入数据格式</a:t>
            </a:r>
            <a:r>
              <a:rPr lang="zh-CN" altLang="en-US" dirty="0" smtClean="0"/>
              <a:t>象元的</a:t>
            </a:r>
            <a:r>
              <a:rPr lang="zh-CN" altLang="en-US" dirty="0"/>
              <a:t>数据类型，或者是目标数据不支持写入空间参考等等。</a:t>
            </a:r>
          </a:p>
        </p:txBody>
      </p:sp>
      <p:sp>
        <p:nvSpPr>
          <p:cNvPr id="2" name="矩形 1"/>
          <p:cNvSpPr/>
          <p:nvPr/>
        </p:nvSpPr>
        <p:spPr>
          <a:xfrm>
            <a:off x="1172718" y="2945162"/>
            <a:ext cx="9406128" cy="646331"/>
          </a:xfrm>
          <a:prstGeom prst="rect">
            <a:avLst/>
          </a:prstGeom>
          <a:solidFill>
            <a:schemeClr val="bg1">
              <a:lumMod val="85000"/>
            </a:schemeClr>
          </a:solidFill>
        </p:spPr>
        <p:txBody>
          <a:bodyPr wrap="square">
            <a:spAutoFit/>
          </a:bodyPr>
          <a:lstStyle/>
          <a:p>
            <a:r>
              <a:rPr lang="en-US" altLang="zh-CN" sz="1600" dirty="0">
                <a:solidFill>
                  <a:srgbClr val="8080FF"/>
                </a:solidFill>
                <a:latin typeface="LMSans8-Regular-Identity-H"/>
              </a:rPr>
              <a:t>1 </a:t>
            </a:r>
            <a:r>
              <a:rPr lang="en-US" altLang="zh-CN" dirty="0" err="1">
                <a:solidFill>
                  <a:srgbClr val="000000"/>
                </a:solidFill>
                <a:latin typeface="YaHei_Monaco-R"/>
              </a:rPr>
              <a:t>CreateCopy</a:t>
            </a:r>
            <a:r>
              <a:rPr lang="en-US" altLang="zh-CN" dirty="0">
                <a:solidFill>
                  <a:srgbClr val="000000"/>
                </a:solidFill>
                <a:latin typeface="YaHei_Monaco-R"/>
              </a:rPr>
              <a:t>(</a:t>
            </a:r>
            <a:r>
              <a:rPr lang="en-US" altLang="zh-CN" dirty="0">
                <a:solidFill>
                  <a:srgbClr val="008000"/>
                </a:solidFill>
                <a:latin typeface="YaHei_Monaco-R"/>
              </a:rPr>
              <a:t>self</a:t>
            </a:r>
            <a:r>
              <a:rPr lang="en-US" altLang="zh-CN" dirty="0">
                <a:solidFill>
                  <a:srgbClr val="000000"/>
                </a:solidFill>
                <a:latin typeface="YaHei_Monaco-R"/>
              </a:rPr>
              <a:t>, filename, </a:t>
            </a:r>
            <a:r>
              <a:rPr lang="en-US" altLang="zh-CN" dirty="0" err="1">
                <a:solidFill>
                  <a:srgbClr val="000000"/>
                </a:solidFill>
                <a:latin typeface="YaHei_Monaco-R"/>
              </a:rPr>
              <a:t>source_ds</a:t>
            </a:r>
            <a:r>
              <a:rPr lang="en-US" altLang="zh-CN" dirty="0">
                <a:solidFill>
                  <a:srgbClr val="000000"/>
                </a:solidFill>
                <a:latin typeface="YaHei_Monaco-R"/>
              </a:rPr>
              <a:t>, strict</a:t>
            </a:r>
            <a:r>
              <a:rPr lang="en-US" altLang="zh-CN" dirty="0">
                <a:solidFill>
                  <a:srgbClr val="666666"/>
                </a:solidFill>
                <a:latin typeface="YaHei_Monaco-R"/>
              </a:rPr>
              <a:t>=1</a:t>
            </a:r>
            <a:r>
              <a:rPr lang="en-US" altLang="zh-CN" dirty="0">
                <a:solidFill>
                  <a:srgbClr val="000000"/>
                </a:solidFill>
                <a:latin typeface="YaHei_Monaco-R"/>
              </a:rPr>
              <a:t>, options</a:t>
            </a:r>
            <a:r>
              <a:rPr lang="en-US" altLang="zh-CN" dirty="0">
                <a:solidFill>
                  <a:srgbClr val="666666"/>
                </a:solidFill>
                <a:latin typeface="YaHei_Monaco-R"/>
              </a:rPr>
              <a:t>=</a:t>
            </a:r>
            <a:r>
              <a:rPr lang="en-US" altLang="zh-CN" dirty="0">
                <a:solidFill>
                  <a:srgbClr val="000000"/>
                </a:solidFill>
                <a:latin typeface="YaHei_Monaco-R"/>
              </a:rPr>
              <a:t>[], callback=None, </a:t>
            </a:r>
            <a:r>
              <a:rPr lang="en-US" altLang="zh-CN" dirty="0" err="1" smtClean="0">
                <a:solidFill>
                  <a:srgbClr val="000000"/>
                </a:solidFill>
                <a:latin typeface="YaHei_Monaco-R"/>
              </a:rPr>
              <a:t>callback_data</a:t>
            </a:r>
            <a:r>
              <a:rPr lang="en-US" altLang="zh-CN" dirty="0" smtClean="0">
                <a:solidFill>
                  <a:srgbClr val="000000"/>
                </a:solidFill>
                <a:latin typeface="YaHei_Monaco-R"/>
              </a:rPr>
              <a:t>=None</a:t>
            </a:r>
            <a:r>
              <a:rPr lang="en-US" altLang="zh-CN" dirty="0">
                <a:solidFill>
                  <a:srgbClr val="000000"/>
                </a:solidFill>
                <a:latin typeface="YaHei_Monaco-R"/>
              </a:rPr>
              <a:t>)</a:t>
            </a:r>
            <a:endParaRPr lang="zh-CN" altLang="en-US" dirty="0"/>
          </a:p>
        </p:txBody>
      </p:sp>
    </p:spTree>
    <p:extLst>
      <p:ext uri="{BB962C8B-B14F-4D97-AF65-F5344CB8AC3E}">
        <p14:creationId xmlns:p14="http://schemas.microsoft.com/office/powerpoint/2010/main" val="4195940936"/>
      </p:ext>
    </p:extLst>
  </p:cSld>
  <p:clrMapOvr>
    <a:masterClrMapping/>
  </p:clrMapOvr>
  <p:transition spd="slow"/>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标题 1"/>
          <p:cNvSpPr txBox="1">
            <a:spLocks/>
          </p:cNvSpPr>
          <p:nvPr/>
        </p:nvSpPr>
        <p:spPr>
          <a:xfrm>
            <a:off x="838200" y="148859"/>
            <a:ext cx="11353800" cy="714357"/>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lang="zh-CN" altLang="en-US" sz="4000" b="1" dirty="0" smtClean="0">
                <a:solidFill>
                  <a:srgbClr val="FFFFFF"/>
                </a:solidFill>
                <a:latin typeface="微软雅黑" panose="020B0503020204020204" pitchFamily="34" charset="-122"/>
                <a:ea typeface="微软雅黑" panose="020B0503020204020204" pitchFamily="34" charset="-122"/>
              </a:rPr>
              <a:t>实例</a:t>
            </a:r>
            <a:endParaRPr kumimoji="0" lang="zh-CN" altLang="en-US" sz="4000" b="1" i="0" u="none" strike="noStrike" kern="120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j-cs"/>
            </a:endParaRPr>
          </a:p>
        </p:txBody>
      </p:sp>
      <p:sp>
        <p:nvSpPr>
          <p:cNvPr id="4" name="矩形 3"/>
          <p:cNvSpPr/>
          <p:nvPr/>
        </p:nvSpPr>
        <p:spPr>
          <a:xfrm>
            <a:off x="1648968" y="2375622"/>
            <a:ext cx="9040368" cy="1877437"/>
          </a:xfrm>
          <a:prstGeom prst="rect">
            <a:avLst/>
          </a:prstGeom>
          <a:solidFill>
            <a:schemeClr val="bg1">
              <a:lumMod val="85000"/>
            </a:schemeClr>
          </a:solidFill>
        </p:spPr>
        <p:txBody>
          <a:bodyPr wrap="square">
            <a:spAutoFit/>
          </a:bodyPr>
          <a:lstStyle/>
          <a:p>
            <a:r>
              <a:rPr lang="en-US" altLang="zh-CN" sz="1600" dirty="0">
                <a:solidFill>
                  <a:srgbClr val="8080FF"/>
                </a:solidFill>
                <a:latin typeface="LMSans8-Regular-Identity-H"/>
              </a:rPr>
              <a:t>1 </a:t>
            </a:r>
            <a:r>
              <a:rPr lang="en-US" altLang="zh-CN" dirty="0">
                <a:solidFill>
                  <a:srgbClr val="666666"/>
                </a:solidFill>
                <a:latin typeface="YaHei_Monaco-R"/>
              </a:rPr>
              <a:t>&gt;&gt;&gt; </a:t>
            </a:r>
            <a:r>
              <a:rPr lang="en-US" altLang="zh-CN" dirty="0">
                <a:solidFill>
                  <a:srgbClr val="008000"/>
                </a:solidFill>
                <a:latin typeface="YaHei_Monaco-R"/>
              </a:rPr>
              <a:t>from </a:t>
            </a:r>
            <a:r>
              <a:rPr lang="en-US" altLang="zh-CN" dirty="0" err="1">
                <a:solidFill>
                  <a:srgbClr val="0000FF"/>
                </a:solidFill>
                <a:latin typeface="YaHei_Monaco-R"/>
              </a:rPr>
              <a:t>osgeo</a:t>
            </a:r>
            <a:r>
              <a:rPr lang="en-US" altLang="zh-CN" dirty="0">
                <a:solidFill>
                  <a:srgbClr val="0000FF"/>
                </a:solidFill>
                <a:latin typeface="YaHei_Monaco-R"/>
              </a:rPr>
              <a:t> </a:t>
            </a:r>
            <a:r>
              <a:rPr lang="en-US" altLang="zh-CN" dirty="0">
                <a:solidFill>
                  <a:srgbClr val="008000"/>
                </a:solidFill>
                <a:latin typeface="YaHei_Monaco-R"/>
              </a:rPr>
              <a:t>import </a:t>
            </a:r>
            <a:r>
              <a:rPr lang="en-US" altLang="zh-CN" dirty="0" err="1">
                <a:solidFill>
                  <a:srgbClr val="000000"/>
                </a:solidFill>
                <a:latin typeface="YaHei_Monaco-R"/>
              </a:rPr>
              <a:t>gdal</a:t>
            </a:r>
            <a:endParaRPr lang="en-US" altLang="zh-CN" dirty="0">
              <a:solidFill>
                <a:srgbClr val="000000"/>
              </a:solidFill>
              <a:latin typeface="YaHei_Monaco-R"/>
            </a:endParaRPr>
          </a:p>
          <a:p>
            <a:r>
              <a:rPr lang="en-US" altLang="zh-CN" sz="1600" dirty="0" smtClean="0">
                <a:solidFill>
                  <a:srgbClr val="8080FF"/>
                </a:solidFill>
                <a:latin typeface="LMSans8-Regular-Identity-H"/>
              </a:rPr>
              <a:t>2 </a:t>
            </a:r>
            <a:r>
              <a:rPr lang="en-US" altLang="zh-CN" dirty="0">
                <a:solidFill>
                  <a:srgbClr val="666666"/>
                </a:solidFill>
                <a:latin typeface="YaHei_Monaco-R"/>
              </a:rPr>
              <a:t>&gt;&gt;&gt; </a:t>
            </a:r>
            <a:r>
              <a:rPr lang="en-US" altLang="zh-CN" dirty="0" err="1">
                <a:solidFill>
                  <a:srgbClr val="000000"/>
                </a:solidFill>
                <a:latin typeface="YaHei_Monaco-R"/>
              </a:rPr>
              <a:t>src_filename</a:t>
            </a:r>
            <a:r>
              <a:rPr lang="en-US" altLang="zh-CN" dirty="0">
                <a:solidFill>
                  <a:srgbClr val="000000"/>
                </a:solidFill>
                <a:latin typeface="YaHei_Monaco-R"/>
              </a:rPr>
              <a:t> </a:t>
            </a:r>
            <a:r>
              <a:rPr lang="en-US" altLang="zh-CN" dirty="0">
                <a:solidFill>
                  <a:srgbClr val="666666"/>
                </a:solidFill>
                <a:latin typeface="YaHei_Monaco-R"/>
              </a:rPr>
              <a:t>= </a:t>
            </a:r>
            <a:r>
              <a:rPr lang="en-US" altLang="zh-CN" dirty="0" smtClean="0">
                <a:solidFill>
                  <a:srgbClr val="BB2121"/>
                </a:solidFill>
                <a:latin typeface="YaHei_Monaco-R"/>
              </a:rPr>
              <a:t>"</a:t>
            </a:r>
            <a:r>
              <a:rPr lang="en-US" altLang="zh-CN" dirty="0" err="1" smtClean="0">
                <a:solidFill>
                  <a:srgbClr val="BB2121"/>
                </a:solidFill>
                <a:latin typeface="YaHei_Monaco-R"/>
              </a:rPr>
              <a:t>geotiff_file.tif</a:t>
            </a:r>
            <a:r>
              <a:rPr lang="en-US" altLang="zh-CN" dirty="0">
                <a:solidFill>
                  <a:srgbClr val="BB2121"/>
                </a:solidFill>
                <a:latin typeface="YaHei_Monaco-R"/>
              </a:rPr>
              <a:t>"</a:t>
            </a:r>
          </a:p>
          <a:p>
            <a:r>
              <a:rPr lang="en-US" altLang="zh-CN" sz="1600" dirty="0">
                <a:solidFill>
                  <a:srgbClr val="8080FF"/>
                </a:solidFill>
                <a:latin typeface="LMSans8-Regular-Identity-H"/>
              </a:rPr>
              <a:t>3 </a:t>
            </a:r>
            <a:r>
              <a:rPr lang="en-US" altLang="zh-CN" dirty="0">
                <a:solidFill>
                  <a:srgbClr val="666666"/>
                </a:solidFill>
                <a:latin typeface="YaHei_Monaco-R"/>
              </a:rPr>
              <a:t>&gt;&gt;&gt; </a:t>
            </a:r>
            <a:r>
              <a:rPr lang="en-US" altLang="zh-CN" dirty="0" err="1">
                <a:solidFill>
                  <a:srgbClr val="000000"/>
                </a:solidFill>
                <a:latin typeface="YaHei_Monaco-R"/>
              </a:rPr>
              <a:t>dst_filename</a:t>
            </a:r>
            <a:r>
              <a:rPr lang="en-US" altLang="zh-CN" dirty="0">
                <a:solidFill>
                  <a:srgbClr val="000000"/>
                </a:solidFill>
                <a:latin typeface="YaHei_Monaco-R"/>
              </a:rPr>
              <a:t> </a:t>
            </a:r>
            <a:r>
              <a:rPr lang="en-US" altLang="zh-CN" dirty="0">
                <a:solidFill>
                  <a:srgbClr val="666666"/>
                </a:solidFill>
                <a:latin typeface="YaHei_Monaco-R"/>
              </a:rPr>
              <a:t>= </a:t>
            </a:r>
            <a:r>
              <a:rPr lang="en-US" altLang="zh-CN" dirty="0" smtClean="0">
                <a:solidFill>
                  <a:srgbClr val="BB2121"/>
                </a:solidFill>
                <a:latin typeface="YaHei_Monaco-R"/>
              </a:rPr>
              <a:t>"</a:t>
            </a:r>
            <a:r>
              <a:rPr lang="en-US" altLang="zh-CN" dirty="0" err="1" smtClean="0">
                <a:solidFill>
                  <a:srgbClr val="BB2121"/>
                </a:solidFill>
                <a:latin typeface="YaHei_Monaco-R"/>
              </a:rPr>
              <a:t>xx_geotiff_copy.tif</a:t>
            </a:r>
            <a:r>
              <a:rPr lang="en-US" altLang="zh-CN" dirty="0">
                <a:solidFill>
                  <a:srgbClr val="BB2121"/>
                </a:solidFill>
                <a:latin typeface="YaHei_Monaco-R"/>
              </a:rPr>
              <a:t>"</a:t>
            </a:r>
          </a:p>
          <a:p>
            <a:r>
              <a:rPr lang="en-US" altLang="zh-CN" sz="1600" dirty="0">
                <a:solidFill>
                  <a:srgbClr val="8080FF"/>
                </a:solidFill>
                <a:latin typeface="LMSans8-Regular-Identity-H"/>
              </a:rPr>
              <a:t>4 </a:t>
            </a:r>
            <a:r>
              <a:rPr lang="en-US" altLang="zh-CN" dirty="0">
                <a:solidFill>
                  <a:srgbClr val="666666"/>
                </a:solidFill>
                <a:latin typeface="YaHei_Monaco-R"/>
              </a:rPr>
              <a:t>&gt;&gt;&gt; </a:t>
            </a:r>
            <a:r>
              <a:rPr lang="en-US" altLang="zh-CN" dirty="0">
                <a:solidFill>
                  <a:srgbClr val="000000"/>
                </a:solidFill>
                <a:latin typeface="YaHei_Monaco-R"/>
              </a:rPr>
              <a:t>driver </a:t>
            </a:r>
            <a:r>
              <a:rPr lang="en-US" altLang="zh-CN" dirty="0">
                <a:solidFill>
                  <a:srgbClr val="666666"/>
                </a:solidFill>
                <a:latin typeface="YaHei_Monaco-R"/>
              </a:rPr>
              <a:t>= </a:t>
            </a:r>
            <a:r>
              <a:rPr lang="en-US" altLang="zh-CN" dirty="0" err="1">
                <a:solidFill>
                  <a:srgbClr val="000000"/>
                </a:solidFill>
                <a:latin typeface="YaHei_Monaco-R"/>
              </a:rPr>
              <a:t>gdal</a:t>
            </a:r>
            <a:r>
              <a:rPr lang="en-US" altLang="zh-CN" dirty="0" err="1">
                <a:solidFill>
                  <a:srgbClr val="666666"/>
                </a:solidFill>
                <a:latin typeface="YaHei_Monaco-R"/>
              </a:rPr>
              <a:t>.</a:t>
            </a:r>
            <a:r>
              <a:rPr lang="en-US" altLang="zh-CN" dirty="0" err="1">
                <a:solidFill>
                  <a:srgbClr val="000000"/>
                </a:solidFill>
                <a:latin typeface="YaHei_Monaco-R"/>
              </a:rPr>
              <a:t>GetDriverByName</a:t>
            </a:r>
            <a:r>
              <a:rPr lang="en-US" altLang="zh-CN" dirty="0">
                <a:solidFill>
                  <a:srgbClr val="000000"/>
                </a:solidFill>
                <a:latin typeface="YaHei_Monaco-R"/>
              </a:rPr>
              <a:t>(</a:t>
            </a:r>
            <a:r>
              <a:rPr lang="en-US" altLang="zh-CN" dirty="0">
                <a:solidFill>
                  <a:srgbClr val="BB2121"/>
                </a:solidFill>
                <a:latin typeface="YaHei_Monaco-R"/>
              </a:rPr>
              <a:t>'</a:t>
            </a:r>
            <a:r>
              <a:rPr lang="en-US" altLang="zh-CN" dirty="0" err="1">
                <a:solidFill>
                  <a:srgbClr val="BB2121"/>
                </a:solidFill>
                <a:latin typeface="YaHei_Monaco-R"/>
              </a:rPr>
              <a:t>GTiff</a:t>
            </a:r>
            <a:r>
              <a:rPr lang="en-US" altLang="zh-CN" dirty="0">
                <a:solidFill>
                  <a:srgbClr val="BB2121"/>
                </a:solidFill>
                <a:latin typeface="YaHei_Monaco-R"/>
              </a:rPr>
              <a:t>'</a:t>
            </a:r>
            <a:r>
              <a:rPr lang="en-US" altLang="zh-CN" dirty="0">
                <a:solidFill>
                  <a:srgbClr val="000000"/>
                </a:solidFill>
                <a:latin typeface="YaHei_Monaco-R"/>
              </a:rPr>
              <a:t>)</a:t>
            </a:r>
          </a:p>
          <a:p>
            <a:r>
              <a:rPr lang="en-US" altLang="zh-CN" sz="1600" dirty="0">
                <a:solidFill>
                  <a:srgbClr val="8080FF"/>
                </a:solidFill>
                <a:latin typeface="LMSans8-Regular-Identity-H"/>
              </a:rPr>
              <a:t>5 </a:t>
            </a:r>
            <a:r>
              <a:rPr lang="en-US" altLang="zh-CN" dirty="0">
                <a:solidFill>
                  <a:srgbClr val="666666"/>
                </a:solidFill>
                <a:latin typeface="YaHei_Monaco-R"/>
              </a:rPr>
              <a:t>&gt;&gt;&gt; </a:t>
            </a:r>
            <a:r>
              <a:rPr lang="en-US" altLang="zh-CN" dirty="0" err="1">
                <a:solidFill>
                  <a:srgbClr val="000000"/>
                </a:solidFill>
                <a:latin typeface="YaHei_Monaco-R"/>
              </a:rPr>
              <a:t>src_ds</a:t>
            </a:r>
            <a:r>
              <a:rPr lang="en-US" altLang="zh-CN" dirty="0">
                <a:solidFill>
                  <a:srgbClr val="000000"/>
                </a:solidFill>
                <a:latin typeface="YaHei_Monaco-R"/>
              </a:rPr>
              <a:t> </a:t>
            </a:r>
            <a:r>
              <a:rPr lang="en-US" altLang="zh-CN" dirty="0">
                <a:solidFill>
                  <a:srgbClr val="666666"/>
                </a:solidFill>
                <a:latin typeface="YaHei_Monaco-R"/>
              </a:rPr>
              <a:t>= </a:t>
            </a:r>
            <a:r>
              <a:rPr lang="en-US" altLang="zh-CN" dirty="0" err="1">
                <a:solidFill>
                  <a:srgbClr val="000000"/>
                </a:solidFill>
                <a:latin typeface="YaHei_Monaco-R"/>
              </a:rPr>
              <a:t>gdal</a:t>
            </a:r>
            <a:r>
              <a:rPr lang="en-US" altLang="zh-CN" dirty="0" err="1">
                <a:solidFill>
                  <a:srgbClr val="666666"/>
                </a:solidFill>
                <a:latin typeface="YaHei_Monaco-R"/>
              </a:rPr>
              <a:t>.</a:t>
            </a:r>
            <a:r>
              <a:rPr lang="en-US" altLang="zh-CN" dirty="0" err="1">
                <a:solidFill>
                  <a:srgbClr val="000000"/>
                </a:solidFill>
                <a:latin typeface="YaHei_Monaco-R"/>
              </a:rPr>
              <a:t>Open</a:t>
            </a:r>
            <a:r>
              <a:rPr lang="en-US" altLang="zh-CN" dirty="0">
                <a:solidFill>
                  <a:srgbClr val="000000"/>
                </a:solidFill>
                <a:latin typeface="YaHei_Monaco-R"/>
              </a:rPr>
              <a:t>( </a:t>
            </a:r>
            <a:r>
              <a:rPr lang="en-US" altLang="zh-CN" dirty="0" err="1">
                <a:solidFill>
                  <a:srgbClr val="000000"/>
                </a:solidFill>
                <a:latin typeface="YaHei_Monaco-R"/>
              </a:rPr>
              <a:t>src_filename</a:t>
            </a:r>
            <a:r>
              <a:rPr lang="en-US" altLang="zh-CN" dirty="0">
                <a:solidFill>
                  <a:srgbClr val="000000"/>
                </a:solidFill>
                <a:latin typeface="YaHei_Monaco-R"/>
              </a:rPr>
              <a:t> )</a:t>
            </a:r>
          </a:p>
          <a:p>
            <a:r>
              <a:rPr lang="en-US" altLang="zh-CN" sz="1600" dirty="0">
                <a:solidFill>
                  <a:srgbClr val="8080FF"/>
                </a:solidFill>
                <a:latin typeface="LMSans8-Regular-Identity-H"/>
              </a:rPr>
              <a:t>6 </a:t>
            </a:r>
            <a:r>
              <a:rPr lang="en-US" altLang="zh-CN" dirty="0">
                <a:solidFill>
                  <a:srgbClr val="666666"/>
                </a:solidFill>
                <a:latin typeface="YaHei_Monaco-R"/>
              </a:rPr>
              <a:t>&gt;&gt;&gt; </a:t>
            </a:r>
            <a:r>
              <a:rPr lang="en-US" altLang="zh-CN" dirty="0" err="1">
                <a:solidFill>
                  <a:srgbClr val="000000"/>
                </a:solidFill>
                <a:latin typeface="YaHei_Monaco-R"/>
              </a:rPr>
              <a:t>dst_ds</a:t>
            </a:r>
            <a:r>
              <a:rPr lang="en-US" altLang="zh-CN" dirty="0">
                <a:solidFill>
                  <a:srgbClr val="000000"/>
                </a:solidFill>
                <a:latin typeface="YaHei_Monaco-R"/>
              </a:rPr>
              <a:t> </a:t>
            </a:r>
            <a:r>
              <a:rPr lang="en-US" altLang="zh-CN" dirty="0">
                <a:solidFill>
                  <a:srgbClr val="666666"/>
                </a:solidFill>
                <a:latin typeface="YaHei_Monaco-R"/>
              </a:rPr>
              <a:t>= </a:t>
            </a:r>
            <a:r>
              <a:rPr lang="en-US" altLang="zh-CN" dirty="0" err="1" smtClean="0">
                <a:solidFill>
                  <a:srgbClr val="000000"/>
                </a:solidFill>
                <a:latin typeface="YaHei_Monaco-R"/>
              </a:rPr>
              <a:t>driver</a:t>
            </a:r>
            <a:r>
              <a:rPr lang="en-US" altLang="zh-CN" dirty="0" err="1" smtClean="0">
                <a:solidFill>
                  <a:srgbClr val="666666"/>
                </a:solidFill>
                <a:latin typeface="YaHei_Monaco-R"/>
              </a:rPr>
              <a:t>.</a:t>
            </a:r>
            <a:r>
              <a:rPr lang="en-US" altLang="zh-CN" dirty="0" err="1" smtClean="0">
                <a:solidFill>
                  <a:srgbClr val="000000"/>
                </a:solidFill>
                <a:latin typeface="YaHei_Monaco-R"/>
              </a:rPr>
              <a:t>CreateCopy</a:t>
            </a:r>
            <a:r>
              <a:rPr lang="en-US" altLang="zh-CN" dirty="0" smtClean="0">
                <a:solidFill>
                  <a:srgbClr val="000000"/>
                </a:solidFill>
                <a:latin typeface="YaHei_Monaco-R"/>
              </a:rPr>
              <a:t>(</a:t>
            </a:r>
            <a:r>
              <a:rPr lang="en-US" altLang="zh-CN" dirty="0" err="1" smtClean="0">
                <a:solidFill>
                  <a:srgbClr val="000000"/>
                </a:solidFill>
                <a:latin typeface="YaHei_Monaco-R"/>
              </a:rPr>
              <a:t>dst_filename,src_ds</a:t>
            </a:r>
            <a:r>
              <a:rPr lang="en-US" altLang="zh-CN" dirty="0">
                <a:solidFill>
                  <a:srgbClr val="000000"/>
                </a:solidFill>
                <a:latin typeface="YaHei_Monaco-R"/>
              </a:rPr>
              <a:t>, </a:t>
            </a:r>
            <a:r>
              <a:rPr lang="en-US" altLang="zh-CN" dirty="0">
                <a:solidFill>
                  <a:srgbClr val="666666"/>
                </a:solidFill>
                <a:latin typeface="YaHei_Monaco-R"/>
              </a:rPr>
              <a:t>0 </a:t>
            </a:r>
            <a:r>
              <a:rPr lang="en-US" altLang="zh-CN" dirty="0">
                <a:solidFill>
                  <a:srgbClr val="000000"/>
                </a:solidFill>
                <a:latin typeface="YaHei_Monaco-R"/>
              </a:rPr>
              <a:t>)</a:t>
            </a:r>
          </a:p>
          <a:p>
            <a:r>
              <a:rPr lang="zh-CN" altLang="en-US" sz="800" dirty="0">
                <a:solidFill>
                  <a:srgbClr val="FFFFFF"/>
                </a:solidFill>
                <a:latin typeface="黑体" panose="02010609060101010101" pitchFamily="49" charset="-122"/>
                <a:ea typeface="黑体" panose="02010609060101010101" pitchFamily="49" charset="-122"/>
              </a:rPr>
              <a:t>卜</a:t>
            </a:r>
            <a:endParaRPr lang="zh-CN" altLang="en-US" dirty="0"/>
          </a:p>
        </p:txBody>
      </p:sp>
    </p:spTree>
    <p:extLst>
      <p:ext uri="{BB962C8B-B14F-4D97-AF65-F5344CB8AC3E}">
        <p14:creationId xmlns:p14="http://schemas.microsoft.com/office/powerpoint/2010/main" val="1531172842"/>
      </p:ext>
    </p:extLst>
  </p:cSld>
  <p:clrMapOvr>
    <a:masterClrMapping/>
  </p:clrMapOvr>
  <p:transition spd="slow"/>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标题 1"/>
          <p:cNvSpPr txBox="1">
            <a:spLocks/>
          </p:cNvSpPr>
          <p:nvPr/>
        </p:nvSpPr>
        <p:spPr>
          <a:xfrm>
            <a:off x="838200" y="148859"/>
            <a:ext cx="11353800" cy="714357"/>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lang="en-US" altLang="zh-CN" sz="4000" b="1" noProof="0" dirty="0" err="1" smtClean="0">
                <a:solidFill>
                  <a:srgbClr val="FFFFFF"/>
                </a:solidFill>
                <a:latin typeface="微软雅黑" panose="020B0503020204020204" pitchFamily="34" charset="-122"/>
                <a:ea typeface="微软雅黑" panose="020B0503020204020204" pitchFamily="34" charset="-122"/>
              </a:rPr>
              <a:t>GeoTIFF</a:t>
            </a:r>
            <a:r>
              <a:rPr lang="zh-CN" altLang="en-US" sz="4000" b="1" noProof="0" dirty="0" smtClean="0">
                <a:solidFill>
                  <a:srgbClr val="FFFFFF"/>
                </a:solidFill>
                <a:latin typeface="微软雅黑" panose="020B0503020204020204" pitchFamily="34" charset="-122"/>
                <a:ea typeface="微软雅黑" panose="020B0503020204020204" pitchFamily="34" charset="-122"/>
              </a:rPr>
              <a:t>像素存储的顺序</a:t>
            </a:r>
            <a:endParaRPr kumimoji="0" lang="zh-CN" altLang="en-US" sz="4000" b="1" i="0" u="none" strike="noStrike" kern="120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j-cs"/>
            </a:endParaRPr>
          </a:p>
        </p:txBody>
      </p:sp>
      <p:sp>
        <p:nvSpPr>
          <p:cNvPr id="5" name="内容占位符 2"/>
          <p:cNvSpPr>
            <a:spLocks noGrp="1"/>
          </p:cNvSpPr>
          <p:nvPr>
            <p:ph idx="1"/>
          </p:nvPr>
        </p:nvSpPr>
        <p:spPr>
          <a:xfrm>
            <a:off x="838200" y="1353312"/>
            <a:ext cx="10076688" cy="4434840"/>
          </a:xfrm>
        </p:spPr>
        <p:txBody>
          <a:bodyPr>
            <a:normAutofit/>
          </a:bodyPr>
          <a:lstStyle/>
          <a:p>
            <a:pPr>
              <a:lnSpc>
                <a:spcPct val="100000"/>
              </a:lnSpc>
            </a:pPr>
            <a:r>
              <a:rPr lang="en-US" altLang="zh-CN" dirty="0"/>
              <a:t>TIFF </a:t>
            </a:r>
            <a:r>
              <a:rPr lang="zh-CN" altLang="en-US" dirty="0"/>
              <a:t>格式的文件使用比较多，关于像素存储顺序使用的时候多注意</a:t>
            </a:r>
            <a:r>
              <a:rPr lang="zh-CN" altLang="en-US" dirty="0" smtClean="0"/>
              <a:t>一下</a:t>
            </a:r>
            <a:r>
              <a:rPr lang="zh-CN" altLang="en-US" dirty="0"/>
              <a:t>。在转换</a:t>
            </a:r>
            <a:r>
              <a:rPr lang="en-US" altLang="zh-CN" dirty="0" err="1"/>
              <a:t>GTiff</a:t>
            </a:r>
            <a:r>
              <a:rPr lang="en-US" altLang="zh-CN" dirty="0"/>
              <a:t> </a:t>
            </a:r>
            <a:r>
              <a:rPr lang="zh-CN" altLang="en-US" dirty="0"/>
              <a:t>的过程中，</a:t>
            </a:r>
            <a:r>
              <a:rPr lang="en-US" altLang="zh-CN" dirty="0" err="1"/>
              <a:t>GTiff</a:t>
            </a:r>
            <a:r>
              <a:rPr lang="en-US" altLang="zh-CN" dirty="0"/>
              <a:t> </a:t>
            </a:r>
            <a:r>
              <a:rPr lang="zh-CN" altLang="en-US" dirty="0"/>
              <a:t>是支持使用</a:t>
            </a:r>
            <a:r>
              <a:rPr lang="en-US" altLang="zh-CN" dirty="0"/>
              <a:t>TILED </a:t>
            </a:r>
            <a:r>
              <a:rPr lang="zh-CN" altLang="en-US" dirty="0" smtClean="0"/>
              <a:t>参数</a:t>
            </a:r>
            <a:r>
              <a:rPr lang="en-US" altLang="zh-CN" dirty="0" smtClean="0"/>
              <a:t>(</a:t>
            </a:r>
            <a:r>
              <a:rPr lang="zh-CN" altLang="en-US" dirty="0" smtClean="0"/>
              <a:t>瓦片式或条带位图组织方式</a:t>
            </a:r>
            <a:r>
              <a:rPr lang="en-US" altLang="zh-CN" dirty="0" smtClean="0"/>
              <a:t>)</a:t>
            </a:r>
            <a:r>
              <a:rPr lang="zh-CN" altLang="en-US" dirty="0" smtClean="0"/>
              <a:t>和压缩方式。</a:t>
            </a:r>
            <a:r>
              <a:rPr lang="zh-CN" altLang="en-US" dirty="0"/>
              <a:t>如果</a:t>
            </a:r>
            <a:r>
              <a:rPr lang="zh-CN" altLang="en-US" dirty="0" smtClean="0"/>
              <a:t>不加</a:t>
            </a:r>
            <a:r>
              <a:rPr lang="zh-CN" altLang="en-US" dirty="0"/>
              <a:t>参数，利用缺省方式生成</a:t>
            </a:r>
            <a:r>
              <a:rPr lang="en-US" altLang="zh-CN" dirty="0" err="1"/>
              <a:t>gtiff</a:t>
            </a:r>
            <a:r>
              <a:rPr lang="en-US" altLang="zh-CN" dirty="0"/>
              <a:t> </a:t>
            </a:r>
            <a:r>
              <a:rPr lang="zh-CN" altLang="en-US" dirty="0"/>
              <a:t>的过程中有可能出现问题。比如：</a:t>
            </a:r>
          </a:p>
        </p:txBody>
      </p:sp>
      <p:sp>
        <p:nvSpPr>
          <p:cNvPr id="2" name="矩形 1"/>
          <p:cNvSpPr/>
          <p:nvPr/>
        </p:nvSpPr>
        <p:spPr>
          <a:xfrm>
            <a:off x="1325880" y="3570732"/>
            <a:ext cx="10038806" cy="2308324"/>
          </a:xfrm>
          <a:prstGeom prst="rect">
            <a:avLst/>
          </a:prstGeom>
          <a:solidFill>
            <a:schemeClr val="bg1">
              <a:lumMod val="85000"/>
            </a:schemeClr>
          </a:solidFill>
        </p:spPr>
        <p:txBody>
          <a:bodyPr wrap="square">
            <a:spAutoFit/>
          </a:bodyPr>
          <a:lstStyle/>
          <a:p>
            <a:r>
              <a:rPr lang="en-US" altLang="zh-CN" sz="1600" dirty="0">
                <a:solidFill>
                  <a:srgbClr val="8080FF"/>
                </a:solidFill>
                <a:latin typeface="LMSans8-Regular-Identity-H"/>
              </a:rPr>
              <a:t>1 </a:t>
            </a:r>
            <a:r>
              <a:rPr lang="en-US" altLang="zh-CN" dirty="0">
                <a:solidFill>
                  <a:srgbClr val="666666"/>
                </a:solidFill>
                <a:latin typeface="YaHei_Monaco-R"/>
              </a:rPr>
              <a:t>&gt;&gt;&gt; </a:t>
            </a:r>
            <a:r>
              <a:rPr lang="en-US" altLang="zh-CN" dirty="0">
                <a:solidFill>
                  <a:srgbClr val="000000"/>
                </a:solidFill>
                <a:latin typeface="YaHei_Monaco-R"/>
              </a:rPr>
              <a:t>dataset </a:t>
            </a:r>
            <a:r>
              <a:rPr lang="en-US" altLang="zh-CN" dirty="0">
                <a:solidFill>
                  <a:srgbClr val="666666"/>
                </a:solidFill>
                <a:latin typeface="YaHei_Monaco-R"/>
              </a:rPr>
              <a:t>= </a:t>
            </a:r>
            <a:r>
              <a:rPr lang="en-US" altLang="zh-CN" dirty="0" err="1">
                <a:solidFill>
                  <a:srgbClr val="000000"/>
                </a:solidFill>
                <a:latin typeface="YaHei_Monaco-R"/>
              </a:rPr>
              <a:t>gdal</a:t>
            </a:r>
            <a:r>
              <a:rPr lang="en-US" altLang="zh-CN" dirty="0" err="1">
                <a:solidFill>
                  <a:srgbClr val="666666"/>
                </a:solidFill>
                <a:latin typeface="YaHei_Monaco-R"/>
              </a:rPr>
              <a:t>.</a:t>
            </a:r>
            <a:r>
              <a:rPr lang="en-US" altLang="zh-CN" dirty="0" err="1">
                <a:solidFill>
                  <a:srgbClr val="000000"/>
                </a:solidFill>
                <a:latin typeface="YaHei_Monaco-R"/>
              </a:rPr>
              <a:t>Open</a:t>
            </a:r>
            <a:r>
              <a:rPr lang="en-US" altLang="zh-CN" dirty="0" smtClean="0">
                <a:solidFill>
                  <a:srgbClr val="000000"/>
                </a:solidFill>
                <a:latin typeface="YaHei_Monaco-R"/>
              </a:rPr>
              <a:t>(</a:t>
            </a:r>
            <a:r>
              <a:rPr lang="en-US" altLang="zh-CN" dirty="0" smtClean="0">
                <a:solidFill>
                  <a:srgbClr val="BB2121"/>
                </a:solidFill>
                <a:latin typeface="YaHei_Monaco-R"/>
              </a:rPr>
              <a:t>"</a:t>
            </a:r>
            <a:r>
              <a:rPr lang="en-US" altLang="zh-CN" dirty="0" err="1" smtClean="0">
                <a:solidFill>
                  <a:srgbClr val="BB2121"/>
                </a:solidFill>
                <a:latin typeface="YaHei_Monaco-R"/>
              </a:rPr>
              <a:t>geotiff_file.tif</a:t>
            </a:r>
            <a:r>
              <a:rPr lang="en-US" altLang="zh-CN" dirty="0">
                <a:solidFill>
                  <a:srgbClr val="BB2121"/>
                </a:solidFill>
                <a:latin typeface="YaHei_Monaco-R"/>
              </a:rPr>
              <a:t>"</a:t>
            </a:r>
            <a:r>
              <a:rPr lang="en-US" altLang="zh-CN" dirty="0">
                <a:solidFill>
                  <a:srgbClr val="000000"/>
                </a:solidFill>
                <a:latin typeface="YaHei_Monaco-R"/>
              </a:rPr>
              <a:t>)</a:t>
            </a:r>
          </a:p>
          <a:p>
            <a:r>
              <a:rPr lang="en-US" altLang="zh-CN" sz="1600" dirty="0">
                <a:solidFill>
                  <a:srgbClr val="8080FF"/>
                </a:solidFill>
                <a:latin typeface="LMSans8-Regular-Identity-H"/>
              </a:rPr>
              <a:t>2 </a:t>
            </a:r>
            <a:r>
              <a:rPr lang="en-US" altLang="zh-CN" dirty="0">
                <a:solidFill>
                  <a:srgbClr val="666666"/>
                </a:solidFill>
                <a:latin typeface="YaHei_Monaco-R"/>
              </a:rPr>
              <a:t>&gt;&gt;&gt; </a:t>
            </a:r>
            <a:r>
              <a:rPr lang="en-US" altLang="zh-CN" dirty="0">
                <a:solidFill>
                  <a:srgbClr val="000000"/>
                </a:solidFill>
                <a:latin typeface="YaHei_Monaco-R"/>
              </a:rPr>
              <a:t>width </a:t>
            </a:r>
            <a:r>
              <a:rPr lang="en-US" altLang="zh-CN" dirty="0">
                <a:solidFill>
                  <a:srgbClr val="666666"/>
                </a:solidFill>
                <a:latin typeface="YaHei_Monaco-R"/>
              </a:rPr>
              <a:t>= </a:t>
            </a:r>
            <a:r>
              <a:rPr lang="en-US" altLang="zh-CN" dirty="0" err="1">
                <a:solidFill>
                  <a:srgbClr val="000000"/>
                </a:solidFill>
                <a:latin typeface="YaHei_Monaco-R"/>
              </a:rPr>
              <a:t>dataset</a:t>
            </a:r>
            <a:r>
              <a:rPr lang="en-US" altLang="zh-CN" dirty="0" err="1">
                <a:solidFill>
                  <a:srgbClr val="666666"/>
                </a:solidFill>
                <a:latin typeface="YaHei_Monaco-R"/>
              </a:rPr>
              <a:t>.</a:t>
            </a:r>
            <a:r>
              <a:rPr lang="en-US" altLang="zh-CN" dirty="0" err="1">
                <a:solidFill>
                  <a:srgbClr val="000000"/>
                </a:solidFill>
                <a:latin typeface="YaHei_Monaco-R"/>
              </a:rPr>
              <a:t>RasterXSize</a:t>
            </a:r>
            <a:endParaRPr lang="en-US" altLang="zh-CN" dirty="0">
              <a:solidFill>
                <a:srgbClr val="000000"/>
              </a:solidFill>
              <a:latin typeface="YaHei_Monaco-R"/>
            </a:endParaRPr>
          </a:p>
          <a:p>
            <a:r>
              <a:rPr lang="en-US" altLang="zh-CN" sz="1600" dirty="0">
                <a:solidFill>
                  <a:srgbClr val="8080FF"/>
                </a:solidFill>
                <a:latin typeface="LMSans8-Regular-Identity-H"/>
              </a:rPr>
              <a:t>3 </a:t>
            </a:r>
            <a:r>
              <a:rPr lang="en-US" altLang="zh-CN" dirty="0">
                <a:solidFill>
                  <a:srgbClr val="666666"/>
                </a:solidFill>
                <a:latin typeface="YaHei_Monaco-R"/>
              </a:rPr>
              <a:t>&gt;&gt;&gt; </a:t>
            </a:r>
            <a:r>
              <a:rPr lang="en-US" altLang="zh-CN" dirty="0">
                <a:solidFill>
                  <a:srgbClr val="000000"/>
                </a:solidFill>
                <a:latin typeface="YaHei_Monaco-R"/>
              </a:rPr>
              <a:t>height </a:t>
            </a:r>
            <a:r>
              <a:rPr lang="en-US" altLang="zh-CN" dirty="0">
                <a:solidFill>
                  <a:srgbClr val="666666"/>
                </a:solidFill>
                <a:latin typeface="YaHei_Monaco-R"/>
              </a:rPr>
              <a:t>= </a:t>
            </a:r>
            <a:r>
              <a:rPr lang="en-US" altLang="zh-CN" dirty="0" err="1">
                <a:solidFill>
                  <a:srgbClr val="000000"/>
                </a:solidFill>
                <a:latin typeface="YaHei_Monaco-R"/>
              </a:rPr>
              <a:t>dataset</a:t>
            </a:r>
            <a:r>
              <a:rPr lang="en-US" altLang="zh-CN" dirty="0" err="1">
                <a:solidFill>
                  <a:srgbClr val="666666"/>
                </a:solidFill>
                <a:latin typeface="YaHei_Monaco-R"/>
              </a:rPr>
              <a:t>.</a:t>
            </a:r>
            <a:r>
              <a:rPr lang="en-US" altLang="zh-CN" dirty="0" err="1">
                <a:solidFill>
                  <a:srgbClr val="000000"/>
                </a:solidFill>
                <a:latin typeface="YaHei_Monaco-R"/>
              </a:rPr>
              <a:t>RasterYSize</a:t>
            </a:r>
            <a:endParaRPr lang="en-US" altLang="zh-CN" dirty="0">
              <a:solidFill>
                <a:srgbClr val="000000"/>
              </a:solidFill>
              <a:latin typeface="YaHei_Monaco-R"/>
            </a:endParaRPr>
          </a:p>
          <a:p>
            <a:r>
              <a:rPr lang="en-US" altLang="zh-CN" sz="1600" dirty="0">
                <a:solidFill>
                  <a:srgbClr val="8080FF"/>
                </a:solidFill>
                <a:latin typeface="LMSans8-Regular-Identity-H"/>
              </a:rPr>
              <a:t>4 </a:t>
            </a:r>
            <a:r>
              <a:rPr lang="en-US" altLang="zh-CN" dirty="0">
                <a:solidFill>
                  <a:srgbClr val="666666"/>
                </a:solidFill>
                <a:latin typeface="YaHei_Monaco-R"/>
              </a:rPr>
              <a:t>&gt;&gt;&gt; </a:t>
            </a:r>
            <a:r>
              <a:rPr lang="en-US" altLang="zh-CN" dirty="0">
                <a:solidFill>
                  <a:srgbClr val="000000"/>
                </a:solidFill>
                <a:latin typeface="YaHei_Monaco-R"/>
              </a:rPr>
              <a:t>data </a:t>
            </a:r>
            <a:r>
              <a:rPr lang="en-US" altLang="zh-CN" dirty="0">
                <a:solidFill>
                  <a:srgbClr val="666666"/>
                </a:solidFill>
                <a:latin typeface="YaHei_Monaco-R"/>
              </a:rPr>
              <a:t>= </a:t>
            </a:r>
            <a:r>
              <a:rPr lang="en-US" altLang="zh-CN" dirty="0" err="1">
                <a:solidFill>
                  <a:srgbClr val="000000"/>
                </a:solidFill>
                <a:latin typeface="YaHei_Monaco-R"/>
              </a:rPr>
              <a:t>dataset</a:t>
            </a:r>
            <a:r>
              <a:rPr lang="en-US" altLang="zh-CN" dirty="0" err="1">
                <a:solidFill>
                  <a:srgbClr val="666666"/>
                </a:solidFill>
                <a:latin typeface="YaHei_Monaco-R"/>
              </a:rPr>
              <a:t>.</a:t>
            </a:r>
            <a:r>
              <a:rPr lang="en-US" altLang="zh-CN" dirty="0" err="1">
                <a:solidFill>
                  <a:srgbClr val="000000"/>
                </a:solidFill>
                <a:latin typeface="YaHei_Monaco-R"/>
              </a:rPr>
              <a:t>ReadAsArray</a:t>
            </a:r>
            <a:r>
              <a:rPr lang="en-US" altLang="zh-CN" dirty="0">
                <a:solidFill>
                  <a:srgbClr val="000000"/>
                </a:solidFill>
                <a:latin typeface="YaHei_Monaco-R"/>
              </a:rPr>
              <a:t>(</a:t>
            </a:r>
            <a:r>
              <a:rPr lang="en-US" altLang="zh-CN" dirty="0">
                <a:solidFill>
                  <a:srgbClr val="666666"/>
                </a:solidFill>
                <a:latin typeface="YaHei_Monaco-R"/>
              </a:rPr>
              <a:t>0</a:t>
            </a:r>
            <a:r>
              <a:rPr lang="en-US" altLang="zh-CN" dirty="0">
                <a:solidFill>
                  <a:srgbClr val="000000"/>
                </a:solidFill>
                <a:latin typeface="YaHei_Monaco-R"/>
              </a:rPr>
              <a:t>,</a:t>
            </a:r>
            <a:r>
              <a:rPr lang="en-US" altLang="zh-CN" dirty="0">
                <a:solidFill>
                  <a:srgbClr val="666666"/>
                </a:solidFill>
                <a:latin typeface="YaHei_Monaco-R"/>
              </a:rPr>
              <a:t>0</a:t>
            </a:r>
            <a:r>
              <a:rPr lang="en-US" altLang="zh-CN" dirty="0">
                <a:solidFill>
                  <a:srgbClr val="000000"/>
                </a:solidFill>
                <a:latin typeface="YaHei_Monaco-R"/>
              </a:rPr>
              <a:t>,width,height</a:t>
            </a:r>
            <a:r>
              <a:rPr lang="en-US" altLang="zh-CN" dirty="0" smtClean="0">
                <a:solidFill>
                  <a:srgbClr val="000000"/>
                </a:solidFill>
                <a:latin typeface="YaHei_Monaco-R"/>
              </a:rPr>
              <a:t>)</a:t>
            </a:r>
          </a:p>
          <a:p>
            <a:endParaRPr lang="en-US" altLang="zh-CN" dirty="0">
              <a:solidFill>
                <a:srgbClr val="000000"/>
              </a:solidFill>
              <a:latin typeface="YaHei_Monaco-R"/>
            </a:endParaRPr>
          </a:p>
          <a:p>
            <a:r>
              <a:rPr lang="en-US" altLang="zh-CN" sz="1600" dirty="0">
                <a:solidFill>
                  <a:srgbClr val="8080FF"/>
                </a:solidFill>
                <a:latin typeface="LMSans8-Regular-Identity-H"/>
              </a:rPr>
              <a:t>5 </a:t>
            </a:r>
            <a:r>
              <a:rPr lang="en-US" altLang="zh-CN" dirty="0">
                <a:solidFill>
                  <a:srgbClr val="666666"/>
                </a:solidFill>
                <a:latin typeface="YaHei_Monaco-R"/>
              </a:rPr>
              <a:t>&gt;&gt;&gt; </a:t>
            </a:r>
            <a:r>
              <a:rPr lang="en-US" altLang="zh-CN" dirty="0">
                <a:solidFill>
                  <a:srgbClr val="000000"/>
                </a:solidFill>
                <a:latin typeface="YaHei_Monaco-R"/>
              </a:rPr>
              <a:t>driver </a:t>
            </a:r>
            <a:r>
              <a:rPr lang="en-US" altLang="zh-CN" dirty="0">
                <a:solidFill>
                  <a:srgbClr val="666666"/>
                </a:solidFill>
                <a:latin typeface="YaHei_Monaco-R"/>
              </a:rPr>
              <a:t>= </a:t>
            </a:r>
            <a:r>
              <a:rPr lang="en-US" altLang="zh-CN" dirty="0" err="1">
                <a:solidFill>
                  <a:srgbClr val="000000"/>
                </a:solidFill>
                <a:latin typeface="YaHei_Monaco-R"/>
              </a:rPr>
              <a:t>gdal</a:t>
            </a:r>
            <a:r>
              <a:rPr lang="en-US" altLang="zh-CN" dirty="0" err="1">
                <a:solidFill>
                  <a:srgbClr val="666666"/>
                </a:solidFill>
                <a:latin typeface="YaHei_Monaco-R"/>
              </a:rPr>
              <a:t>.</a:t>
            </a:r>
            <a:r>
              <a:rPr lang="en-US" altLang="zh-CN" dirty="0" err="1">
                <a:solidFill>
                  <a:srgbClr val="000000"/>
                </a:solidFill>
                <a:latin typeface="YaHei_Monaco-R"/>
              </a:rPr>
              <a:t>GetDriverByName</a:t>
            </a:r>
            <a:r>
              <a:rPr lang="en-US" altLang="zh-CN" dirty="0">
                <a:solidFill>
                  <a:srgbClr val="000000"/>
                </a:solidFill>
                <a:latin typeface="YaHei_Monaco-R"/>
              </a:rPr>
              <a:t>(</a:t>
            </a:r>
            <a:r>
              <a:rPr lang="en-US" altLang="zh-CN" dirty="0">
                <a:solidFill>
                  <a:srgbClr val="BB2121"/>
                </a:solidFill>
                <a:latin typeface="YaHei_Monaco-R"/>
              </a:rPr>
              <a:t>"</a:t>
            </a:r>
            <a:r>
              <a:rPr lang="en-US" altLang="zh-CN" dirty="0" err="1">
                <a:solidFill>
                  <a:srgbClr val="BB2121"/>
                </a:solidFill>
                <a:latin typeface="YaHei_Monaco-R"/>
              </a:rPr>
              <a:t>GTiff</a:t>
            </a:r>
            <a:r>
              <a:rPr lang="en-US" altLang="zh-CN" dirty="0">
                <a:solidFill>
                  <a:srgbClr val="BB2121"/>
                </a:solidFill>
                <a:latin typeface="YaHei_Monaco-R"/>
              </a:rPr>
              <a:t>"</a:t>
            </a:r>
            <a:r>
              <a:rPr lang="en-US" altLang="zh-CN" dirty="0">
                <a:solidFill>
                  <a:srgbClr val="000000"/>
                </a:solidFill>
                <a:latin typeface="YaHei_Monaco-R"/>
              </a:rPr>
              <a:t>)</a:t>
            </a:r>
          </a:p>
          <a:p>
            <a:r>
              <a:rPr lang="en-US" altLang="zh-CN" sz="1600" dirty="0">
                <a:solidFill>
                  <a:srgbClr val="8080FF"/>
                </a:solidFill>
                <a:latin typeface="LMSans8-Regular-Identity-H"/>
              </a:rPr>
              <a:t>6 </a:t>
            </a:r>
            <a:r>
              <a:rPr lang="en-US" altLang="zh-CN" dirty="0">
                <a:solidFill>
                  <a:srgbClr val="666666"/>
                </a:solidFill>
                <a:latin typeface="YaHei_Monaco-R"/>
              </a:rPr>
              <a:t>&gt;&gt;&gt; </a:t>
            </a:r>
            <a:r>
              <a:rPr lang="en-US" altLang="zh-CN" dirty="0" err="1">
                <a:solidFill>
                  <a:srgbClr val="000000"/>
                </a:solidFill>
                <a:latin typeface="YaHei_Monaco-R"/>
              </a:rPr>
              <a:t>driver</a:t>
            </a:r>
            <a:r>
              <a:rPr lang="en-US" altLang="zh-CN" dirty="0" err="1">
                <a:solidFill>
                  <a:srgbClr val="666666"/>
                </a:solidFill>
                <a:latin typeface="YaHei_Monaco-R"/>
              </a:rPr>
              <a:t>.</a:t>
            </a:r>
            <a:r>
              <a:rPr lang="en-US" altLang="zh-CN" dirty="0" err="1">
                <a:solidFill>
                  <a:srgbClr val="000000"/>
                </a:solidFill>
                <a:latin typeface="YaHei_Monaco-R"/>
              </a:rPr>
              <a:t>CreateCopy</a:t>
            </a:r>
            <a:r>
              <a:rPr lang="en-US" altLang="zh-CN" dirty="0" smtClean="0">
                <a:solidFill>
                  <a:srgbClr val="000000"/>
                </a:solidFill>
                <a:latin typeface="YaHei_Monaco-R"/>
              </a:rPr>
              <a:t>(</a:t>
            </a:r>
            <a:r>
              <a:rPr lang="en-US" altLang="zh-CN" dirty="0" smtClean="0">
                <a:solidFill>
                  <a:srgbClr val="BB2121"/>
                </a:solidFill>
                <a:latin typeface="YaHei_Monaco-R"/>
              </a:rPr>
              <a:t>“sd.tif”</a:t>
            </a:r>
            <a:r>
              <a:rPr lang="en-US" altLang="zh-CN" dirty="0" smtClean="0">
                <a:solidFill>
                  <a:srgbClr val="000000"/>
                </a:solidFill>
                <a:latin typeface="YaHei_Monaco-R"/>
              </a:rPr>
              <a:t>,dataset,</a:t>
            </a:r>
            <a:r>
              <a:rPr lang="en-US" altLang="zh-CN" dirty="0" smtClean="0">
                <a:solidFill>
                  <a:srgbClr val="666666"/>
                </a:solidFill>
                <a:latin typeface="YaHei_Monaco-R"/>
              </a:rPr>
              <a:t>0,[‘TILED=YES’,’COMPRESS=PACKBITS’]</a:t>
            </a:r>
            <a:r>
              <a:rPr lang="en-US" altLang="zh-CN" dirty="0" smtClean="0">
                <a:solidFill>
                  <a:srgbClr val="000000"/>
                </a:solidFill>
                <a:latin typeface="YaHei_Monaco-R"/>
              </a:rPr>
              <a:t>)</a:t>
            </a:r>
            <a:endParaRPr lang="en-US" altLang="zh-CN" dirty="0">
              <a:solidFill>
                <a:srgbClr val="000000"/>
              </a:solidFill>
              <a:latin typeface="YaHei_Monaco-R"/>
            </a:endParaRPr>
          </a:p>
          <a:p>
            <a:r>
              <a:rPr lang="en-US" altLang="zh-CN" sz="1600" dirty="0">
                <a:solidFill>
                  <a:srgbClr val="8080FF"/>
                </a:solidFill>
                <a:latin typeface="LMSans8-Regular-Identity-H"/>
              </a:rPr>
              <a:t>7 </a:t>
            </a:r>
            <a:r>
              <a:rPr lang="en-US" altLang="zh-CN" dirty="0">
                <a:solidFill>
                  <a:srgbClr val="666666"/>
                </a:solidFill>
                <a:latin typeface="YaHei_Monaco-R"/>
              </a:rPr>
              <a:t>&lt;</a:t>
            </a:r>
            <a:r>
              <a:rPr lang="en-US" altLang="zh-CN" dirty="0" err="1">
                <a:solidFill>
                  <a:srgbClr val="000000"/>
                </a:solidFill>
                <a:latin typeface="YaHei_Monaco-R"/>
              </a:rPr>
              <a:t>osgeo</a:t>
            </a:r>
            <a:r>
              <a:rPr lang="en-US" altLang="zh-CN" dirty="0" err="1">
                <a:solidFill>
                  <a:srgbClr val="666666"/>
                </a:solidFill>
                <a:latin typeface="YaHei_Monaco-R"/>
              </a:rPr>
              <a:t>.</a:t>
            </a:r>
            <a:r>
              <a:rPr lang="en-US" altLang="zh-CN" dirty="0" err="1">
                <a:solidFill>
                  <a:srgbClr val="000000"/>
                </a:solidFill>
                <a:latin typeface="YaHei_Monaco-R"/>
              </a:rPr>
              <a:t>gdal</a:t>
            </a:r>
            <a:r>
              <a:rPr lang="en-US" altLang="zh-CN" dirty="0" err="1">
                <a:solidFill>
                  <a:srgbClr val="666666"/>
                </a:solidFill>
                <a:latin typeface="YaHei_Monaco-R"/>
              </a:rPr>
              <a:t>.</a:t>
            </a:r>
            <a:r>
              <a:rPr lang="en-US" altLang="zh-CN" dirty="0" err="1">
                <a:solidFill>
                  <a:srgbClr val="000000"/>
                </a:solidFill>
                <a:latin typeface="YaHei_Monaco-R"/>
              </a:rPr>
              <a:t>Dataset</a:t>
            </a:r>
            <a:r>
              <a:rPr lang="en-US" altLang="zh-CN" dirty="0">
                <a:solidFill>
                  <a:srgbClr val="000000"/>
                </a:solidFill>
                <a:latin typeface="YaHei_Monaco-R"/>
              </a:rPr>
              <a:t>; proxy of </a:t>
            </a:r>
            <a:r>
              <a:rPr lang="en-US" altLang="zh-CN" dirty="0">
                <a:solidFill>
                  <a:srgbClr val="666666"/>
                </a:solidFill>
                <a:latin typeface="YaHei_Monaco-R"/>
              </a:rPr>
              <a:t>&lt;</a:t>
            </a:r>
            <a:r>
              <a:rPr lang="en-US" altLang="zh-CN" dirty="0">
                <a:solidFill>
                  <a:srgbClr val="000000"/>
                </a:solidFill>
                <a:latin typeface="YaHei_Monaco-R"/>
              </a:rPr>
              <a:t>Swig Object of </a:t>
            </a:r>
            <a:r>
              <a:rPr lang="en-US" altLang="zh-CN" dirty="0">
                <a:solidFill>
                  <a:srgbClr val="008000"/>
                </a:solidFill>
                <a:latin typeface="YaHei_Monaco-R"/>
              </a:rPr>
              <a:t>type </a:t>
            </a:r>
            <a:r>
              <a:rPr lang="en-US" altLang="zh-CN" dirty="0">
                <a:solidFill>
                  <a:srgbClr val="BB2121"/>
                </a:solidFill>
                <a:latin typeface="YaHei_Monaco-R"/>
              </a:rPr>
              <a:t>'</a:t>
            </a:r>
            <a:r>
              <a:rPr lang="en-US" altLang="zh-CN" dirty="0" err="1">
                <a:solidFill>
                  <a:srgbClr val="BB2121"/>
                </a:solidFill>
                <a:latin typeface="YaHei_Monaco-R"/>
              </a:rPr>
              <a:t>GDALDatasetShadow</a:t>
            </a:r>
            <a:r>
              <a:rPr lang="en-US" altLang="zh-CN" dirty="0">
                <a:solidFill>
                  <a:srgbClr val="BB2121"/>
                </a:solidFill>
                <a:latin typeface="YaHei_Monaco-R"/>
              </a:rPr>
              <a:t>*' </a:t>
            </a:r>
            <a:r>
              <a:rPr lang="en-US" altLang="zh-CN" dirty="0">
                <a:latin typeface="YaHei_Monaco-R"/>
              </a:rPr>
              <a:t>&gt; </a:t>
            </a:r>
            <a:endParaRPr lang="zh-CN" altLang="en-US" dirty="0"/>
          </a:p>
        </p:txBody>
      </p:sp>
    </p:spTree>
    <p:extLst>
      <p:ext uri="{BB962C8B-B14F-4D97-AF65-F5344CB8AC3E}">
        <p14:creationId xmlns:p14="http://schemas.microsoft.com/office/powerpoint/2010/main" val="2970168238"/>
      </p:ext>
    </p:extLst>
  </p:cSld>
  <p:clrMapOvr>
    <a:masterClrMapping/>
  </p:clrMapOvr>
  <p:transition spd="slow"/>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标题 1"/>
          <p:cNvSpPr txBox="1">
            <a:spLocks/>
          </p:cNvSpPr>
          <p:nvPr/>
        </p:nvSpPr>
        <p:spPr>
          <a:xfrm>
            <a:off x="838200" y="148859"/>
            <a:ext cx="11353800" cy="714357"/>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lang="en-US" altLang="zh-CN" sz="4000" b="1" noProof="0" dirty="0" smtClean="0">
                <a:solidFill>
                  <a:srgbClr val="FFFFFF"/>
                </a:solidFill>
                <a:latin typeface="微软雅黑" panose="020B0503020204020204" pitchFamily="34" charset="-122"/>
                <a:ea typeface="微软雅黑" panose="020B0503020204020204" pitchFamily="34" charset="-122"/>
              </a:rPr>
              <a:t>Create </a:t>
            </a:r>
            <a:r>
              <a:rPr lang="zh-CN" altLang="en-US" sz="4000" b="1" noProof="0" dirty="0" smtClean="0">
                <a:solidFill>
                  <a:srgbClr val="FFFFFF"/>
                </a:solidFill>
                <a:latin typeface="微软雅黑" panose="020B0503020204020204" pitchFamily="34" charset="-122"/>
                <a:ea typeface="微软雅黑" panose="020B0503020204020204" pitchFamily="34" charset="-122"/>
              </a:rPr>
              <a:t>函数介绍</a:t>
            </a:r>
            <a:endParaRPr kumimoji="0" lang="zh-CN" altLang="en-US" sz="4000" b="1" i="0" u="none" strike="noStrike" kern="120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j-cs"/>
            </a:endParaRPr>
          </a:p>
        </p:txBody>
      </p:sp>
      <p:sp>
        <p:nvSpPr>
          <p:cNvPr id="5" name="内容占位符 2"/>
          <p:cNvSpPr>
            <a:spLocks noGrp="1"/>
          </p:cNvSpPr>
          <p:nvPr>
            <p:ph idx="1"/>
          </p:nvPr>
        </p:nvSpPr>
        <p:spPr>
          <a:xfrm>
            <a:off x="838200" y="1088136"/>
            <a:ext cx="10646664" cy="4434840"/>
          </a:xfrm>
        </p:spPr>
        <p:txBody>
          <a:bodyPr>
            <a:normAutofit/>
          </a:bodyPr>
          <a:lstStyle/>
          <a:p>
            <a:pPr>
              <a:lnSpc>
                <a:spcPct val="100000"/>
              </a:lnSpc>
            </a:pPr>
            <a:r>
              <a:rPr lang="zh-CN" altLang="en-US" dirty="0"/>
              <a:t>如果不是使用一个已有的影像文件来创建新的影像，就需要用</a:t>
            </a:r>
            <a:r>
              <a:rPr lang="zh-CN" altLang="en-US" dirty="0" smtClean="0"/>
              <a:t>到</a:t>
            </a:r>
            <a:r>
              <a:rPr lang="en-US" altLang="zh-CN" dirty="0" smtClean="0"/>
              <a:t>Create </a:t>
            </a:r>
            <a:r>
              <a:rPr lang="zh-CN" altLang="en-US" dirty="0"/>
              <a:t>方法了。</a:t>
            </a:r>
          </a:p>
          <a:p>
            <a:pPr>
              <a:lnSpc>
                <a:spcPct val="100000"/>
              </a:lnSpc>
            </a:pPr>
            <a:r>
              <a:rPr lang="zh-CN" altLang="en-US" dirty="0" smtClean="0"/>
              <a:t>在</a:t>
            </a:r>
            <a:r>
              <a:rPr lang="zh-CN" altLang="en-US" dirty="0"/>
              <a:t>数据处理过程中，这种是主要的方法，它可以把建立在内存中</a:t>
            </a:r>
            <a:r>
              <a:rPr lang="zh-CN" altLang="en-US" dirty="0" smtClean="0"/>
              <a:t>的虚拟</a:t>
            </a:r>
            <a:r>
              <a:rPr lang="zh-CN" altLang="en-US" dirty="0"/>
              <a:t>数据集输出到实际文件。</a:t>
            </a:r>
          </a:p>
          <a:p>
            <a:pPr>
              <a:lnSpc>
                <a:spcPct val="100000"/>
              </a:lnSpc>
            </a:pPr>
            <a:r>
              <a:rPr lang="zh-CN" altLang="en-US" dirty="0" smtClean="0"/>
              <a:t>对于</a:t>
            </a:r>
            <a:r>
              <a:rPr lang="zh-CN" altLang="en-US" dirty="0"/>
              <a:t>地理信息，除了数据本身，还有投影、元数据信息等</a:t>
            </a:r>
            <a:r>
              <a:rPr lang="zh-CN" altLang="en-US" dirty="0" smtClean="0"/>
              <a:t>。</a:t>
            </a:r>
            <a:endParaRPr lang="en-US" altLang="zh-CN" dirty="0" smtClean="0"/>
          </a:p>
          <a:p>
            <a:pPr>
              <a:lnSpc>
                <a:spcPct val="100000"/>
              </a:lnSpc>
            </a:pPr>
            <a:r>
              <a:rPr lang="zh-CN" altLang="en-US" dirty="0" smtClean="0"/>
              <a:t>这个</a:t>
            </a:r>
            <a:r>
              <a:rPr lang="zh-CN" altLang="en-US" dirty="0"/>
              <a:t>函数和</a:t>
            </a:r>
            <a:r>
              <a:rPr lang="en-US" altLang="zh-CN" dirty="0" err="1"/>
              <a:t>CreateCopy</a:t>
            </a:r>
            <a:r>
              <a:rPr lang="en-US" altLang="zh-CN" dirty="0"/>
              <a:t> </a:t>
            </a:r>
            <a:r>
              <a:rPr lang="zh-CN" altLang="en-US" dirty="0"/>
              <a:t>很像，不过它多了几个</a:t>
            </a:r>
            <a:r>
              <a:rPr lang="zh-CN" altLang="en-US" dirty="0" smtClean="0"/>
              <a:t>参数</a:t>
            </a:r>
            <a:r>
              <a:rPr lang="en-US" altLang="zh-CN" dirty="0" err="1" smtClean="0"/>
              <a:t>xsize</a:t>
            </a:r>
            <a:r>
              <a:rPr lang="en-US" altLang="zh-CN" dirty="0" smtClean="0"/>
              <a:t>, </a:t>
            </a:r>
            <a:r>
              <a:rPr lang="en-US" altLang="zh-CN" dirty="0" err="1" smtClean="0"/>
              <a:t>ysize</a:t>
            </a:r>
            <a:r>
              <a:rPr lang="en-US" altLang="zh-CN" dirty="0" smtClean="0"/>
              <a:t> </a:t>
            </a:r>
            <a:r>
              <a:rPr lang="zh-CN" altLang="en-US" dirty="0"/>
              <a:t>是图像大小，</a:t>
            </a:r>
            <a:r>
              <a:rPr lang="en-US" altLang="zh-CN" dirty="0"/>
              <a:t>bands </a:t>
            </a:r>
            <a:r>
              <a:rPr lang="zh-CN" altLang="en-US" dirty="0"/>
              <a:t>是图像的波段</a:t>
            </a:r>
            <a:r>
              <a:rPr lang="en-US" altLang="zh-CN" dirty="0"/>
              <a:t>(</a:t>
            </a:r>
            <a:r>
              <a:rPr lang="zh-CN" altLang="en-US" dirty="0"/>
              <a:t>通道</a:t>
            </a:r>
            <a:r>
              <a:rPr lang="en-US" altLang="zh-CN" dirty="0"/>
              <a:t>) </a:t>
            </a:r>
            <a:r>
              <a:rPr lang="zh-CN" altLang="en-US" dirty="0" smtClean="0"/>
              <a:t>数，</a:t>
            </a:r>
            <a:r>
              <a:rPr lang="en-US" altLang="zh-CN" dirty="0" err="1" smtClean="0"/>
              <a:t>DataType</a:t>
            </a:r>
            <a:r>
              <a:rPr lang="en-US" altLang="zh-CN" dirty="0" smtClean="0"/>
              <a:t> </a:t>
            </a:r>
            <a:r>
              <a:rPr lang="zh-CN" altLang="en-US" dirty="0"/>
              <a:t>就是图像的象元数据类型了。</a:t>
            </a:r>
          </a:p>
        </p:txBody>
      </p:sp>
      <p:sp>
        <p:nvSpPr>
          <p:cNvPr id="3" name="矩形 2"/>
          <p:cNvSpPr/>
          <p:nvPr/>
        </p:nvSpPr>
        <p:spPr>
          <a:xfrm>
            <a:off x="1503636" y="5338310"/>
            <a:ext cx="6131603" cy="369332"/>
          </a:xfrm>
          <a:prstGeom prst="rect">
            <a:avLst/>
          </a:prstGeom>
          <a:solidFill>
            <a:schemeClr val="bg1">
              <a:lumMod val="85000"/>
            </a:schemeClr>
          </a:solidFill>
        </p:spPr>
        <p:txBody>
          <a:bodyPr wrap="square">
            <a:spAutoFit/>
          </a:bodyPr>
          <a:lstStyle/>
          <a:p>
            <a:r>
              <a:rPr lang="en-US" altLang="zh-CN" sz="1600" dirty="0">
                <a:solidFill>
                  <a:srgbClr val="8080FF"/>
                </a:solidFill>
                <a:latin typeface="LMSans8-Regular-Identity-H"/>
              </a:rPr>
              <a:t>1 </a:t>
            </a:r>
            <a:r>
              <a:rPr lang="en-US" altLang="zh-CN" dirty="0">
                <a:solidFill>
                  <a:srgbClr val="000000"/>
                </a:solidFill>
                <a:latin typeface="YaHei_Monaco-R"/>
              </a:rPr>
              <a:t>help(</a:t>
            </a:r>
            <a:r>
              <a:rPr lang="en-US" altLang="zh-CN" dirty="0" err="1">
                <a:solidFill>
                  <a:srgbClr val="000000"/>
                </a:solidFill>
                <a:latin typeface="YaHei_Monaco-R"/>
              </a:rPr>
              <a:t>driver</a:t>
            </a:r>
            <a:r>
              <a:rPr lang="en-US" altLang="zh-CN" dirty="0" err="1">
                <a:solidFill>
                  <a:srgbClr val="666666"/>
                </a:solidFill>
                <a:latin typeface="YaHei_Monaco-R"/>
              </a:rPr>
              <a:t>.</a:t>
            </a:r>
            <a:r>
              <a:rPr lang="en-US" altLang="zh-CN" dirty="0" err="1">
                <a:solidFill>
                  <a:srgbClr val="000000"/>
                </a:solidFill>
                <a:latin typeface="YaHei_Monaco-R"/>
              </a:rPr>
              <a:t>Create</a:t>
            </a:r>
            <a:r>
              <a:rPr lang="en-US" altLang="zh-CN" dirty="0">
                <a:solidFill>
                  <a:srgbClr val="000000"/>
                </a:solidFill>
                <a:latin typeface="YaHei_Monaco-R"/>
              </a:rPr>
              <a:t>)</a:t>
            </a:r>
            <a:endParaRPr lang="zh-CN" altLang="en-US" dirty="0"/>
          </a:p>
        </p:txBody>
      </p:sp>
    </p:spTree>
    <p:extLst>
      <p:ext uri="{BB962C8B-B14F-4D97-AF65-F5344CB8AC3E}">
        <p14:creationId xmlns:p14="http://schemas.microsoft.com/office/powerpoint/2010/main" val="450173312"/>
      </p:ext>
    </p:extLst>
  </p:cSld>
  <p:clrMapOvr>
    <a:masterClrMapping/>
  </p:clrMapOvr>
  <p:transition spd="slow"/>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标题 1"/>
          <p:cNvSpPr txBox="1">
            <a:spLocks/>
          </p:cNvSpPr>
          <p:nvPr/>
        </p:nvSpPr>
        <p:spPr>
          <a:xfrm>
            <a:off x="838200" y="148859"/>
            <a:ext cx="11353800" cy="714357"/>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lang="zh-CN" altLang="en-US" sz="4000" b="1" noProof="0" dirty="0" smtClean="0">
                <a:solidFill>
                  <a:srgbClr val="FFFFFF"/>
                </a:solidFill>
                <a:latin typeface="微软雅黑" panose="020B0503020204020204" pitchFamily="34" charset="-122"/>
                <a:ea typeface="微软雅黑" panose="020B0503020204020204" pitchFamily="34" charset="-122"/>
              </a:rPr>
              <a:t>实例</a:t>
            </a:r>
            <a:endParaRPr kumimoji="0" lang="zh-CN" altLang="en-US" sz="4000" b="1" i="0" u="none" strike="noStrike" kern="120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j-cs"/>
            </a:endParaRPr>
          </a:p>
        </p:txBody>
      </p:sp>
      <p:sp>
        <p:nvSpPr>
          <p:cNvPr id="5" name="内容占位符 2"/>
          <p:cNvSpPr>
            <a:spLocks noGrp="1"/>
          </p:cNvSpPr>
          <p:nvPr>
            <p:ph idx="1"/>
          </p:nvPr>
        </p:nvSpPr>
        <p:spPr>
          <a:xfrm>
            <a:off x="1584960" y="4094724"/>
            <a:ext cx="9238488" cy="1867163"/>
          </a:xfrm>
        </p:spPr>
        <p:txBody>
          <a:bodyPr>
            <a:normAutofit/>
          </a:bodyPr>
          <a:lstStyle/>
          <a:p>
            <a:pPr>
              <a:lnSpc>
                <a:spcPct val="100000"/>
              </a:lnSpc>
            </a:pPr>
            <a:r>
              <a:rPr lang="zh-CN" altLang="en-US" dirty="0"/>
              <a:t>上面语句创建了一个</a:t>
            </a:r>
            <a:r>
              <a:rPr lang="en-US" altLang="zh-CN" dirty="0" err="1"/>
              <a:t>GeoTIFF</a:t>
            </a:r>
            <a:r>
              <a:rPr lang="en-US" altLang="zh-CN" dirty="0"/>
              <a:t> </a:t>
            </a:r>
            <a:r>
              <a:rPr lang="zh-CN" altLang="en-US" dirty="0"/>
              <a:t>格式的栅格影像。宽度是</a:t>
            </a:r>
            <a:r>
              <a:rPr lang="en-US" altLang="zh-CN" dirty="0"/>
              <a:t>512 </a:t>
            </a:r>
            <a:r>
              <a:rPr lang="en-US" altLang="zh-CN" i="1" dirty="0" smtClean="0"/>
              <a:t>× </a:t>
            </a:r>
            <a:r>
              <a:rPr lang="en-US" altLang="zh-CN" dirty="0" smtClean="0"/>
              <a:t>512</a:t>
            </a:r>
            <a:r>
              <a:rPr lang="en-US" altLang="zh-CN" dirty="0"/>
              <a:t>, </a:t>
            </a:r>
            <a:r>
              <a:rPr lang="zh-CN" altLang="en-US" dirty="0" smtClean="0"/>
              <a:t>单波</a:t>
            </a:r>
            <a:r>
              <a:rPr lang="zh-CN" altLang="en-US" dirty="0"/>
              <a:t>段，数据类型是</a:t>
            </a:r>
            <a:r>
              <a:rPr lang="en-US" altLang="zh-CN" dirty="0"/>
              <a:t>Byte</a:t>
            </a:r>
            <a:r>
              <a:rPr lang="zh-CN" altLang="en-US" dirty="0"/>
              <a:t>。作为示例，这里没使用源数据。它创建了一</a:t>
            </a:r>
            <a:r>
              <a:rPr lang="zh-CN" altLang="en-US" dirty="0" smtClean="0"/>
              <a:t>个空</a:t>
            </a:r>
            <a:r>
              <a:rPr lang="zh-CN" altLang="en-US" dirty="0"/>
              <a:t>的数据集。实际的数据还需要另外的代码</a:t>
            </a:r>
            <a:r>
              <a:rPr lang="zh-CN" altLang="en-US" dirty="0" smtClean="0"/>
              <a:t>。</a:t>
            </a:r>
            <a:endParaRPr lang="zh-CN" altLang="en-US" dirty="0"/>
          </a:p>
        </p:txBody>
      </p:sp>
      <p:sp>
        <p:nvSpPr>
          <p:cNvPr id="2" name="矩形 1"/>
          <p:cNvSpPr/>
          <p:nvPr/>
        </p:nvSpPr>
        <p:spPr>
          <a:xfrm>
            <a:off x="1938528" y="1931384"/>
            <a:ext cx="8884920" cy="1477328"/>
          </a:xfrm>
          <a:prstGeom prst="rect">
            <a:avLst/>
          </a:prstGeom>
          <a:solidFill>
            <a:schemeClr val="bg1">
              <a:lumMod val="85000"/>
            </a:schemeClr>
          </a:solidFill>
        </p:spPr>
        <p:txBody>
          <a:bodyPr wrap="square">
            <a:spAutoFit/>
          </a:bodyPr>
          <a:lstStyle/>
          <a:p>
            <a:r>
              <a:rPr lang="en-US" altLang="zh-CN" sz="1600" dirty="0">
                <a:solidFill>
                  <a:srgbClr val="8080FF"/>
                </a:solidFill>
                <a:latin typeface="LMSans8-Regular-Identity-H"/>
              </a:rPr>
              <a:t>1 </a:t>
            </a:r>
            <a:r>
              <a:rPr lang="en-US" altLang="zh-CN" dirty="0">
                <a:solidFill>
                  <a:srgbClr val="666666"/>
                </a:solidFill>
                <a:latin typeface="YaHei_Monaco-R"/>
              </a:rPr>
              <a:t>&gt;&gt;&gt; </a:t>
            </a:r>
            <a:r>
              <a:rPr lang="en-US" altLang="zh-CN" dirty="0">
                <a:solidFill>
                  <a:srgbClr val="008000"/>
                </a:solidFill>
                <a:latin typeface="YaHei_Monaco-R"/>
              </a:rPr>
              <a:t>from </a:t>
            </a:r>
            <a:r>
              <a:rPr lang="en-US" altLang="zh-CN" dirty="0" err="1">
                <a:solidFill>
                  <a:srgbClr val="0000FF"/>
                </a:solidFill>
                <a:latin typeface="YaHei_Monaco-R"/>
              </a:rPr>
              <a:t>osgeo</a:t>
            </a:r>
            <a:r>
              <a:rPr lang="en-US" altLang="zh-CN" dirty="0">
                <a:solidFill>
                  <a:srgbClr val="0000FF"/>
                </a:solidFill>
                <a:latin typeface="YaHei_Monaco-R"/>
              </a:rPr>
              <a:t> </a:t>
            </a:r>
            <a:r>
              <a:rPr lang="en-US" altLang="zh-CN" dirty="0">
                <a:solidFill>
                  <a:srgbClr val="008000"/>
                </a:solidFill>
                <a:latin typeface="YaHei_Monaco-R"/>
              </a:rPr>
              <a:t>import </a:t>
            </a:r>
            <a:r>
              <a:rPr lang="en-US" altLang="zh-CN" dirty="0" err="1">
                <a:solidFill>
                  <a:srgbClr val="000000"/>
                </a:solidFill>
                <a:latin typeface="YaHei_Monaco-R"/>
              </a:rPr>
              <a:t>gdal</a:t>
            </a:r>
            <a:endParaRPr lang="en-US" altLang="zh-CN" dirty="0">
              <a:solidFill>
                <a:srgbClr val="000000"/>
              </a:solidFill>
              <a:latin typeface="YaHei_Monaco-R"/>
            </a:endParaRPr>
          </a:p>
          <a:p>
            <a:r>
              <a:rPr lang="en-US" altLang="zh-CN" sz="1600" dirty="0" smtClean="0">
                <a:solidFill>
                  <a:srgbClr val="8080FF"/>
                </a:solidFill>
                <a:latin typeface="LMSans8-Regular-Identity-H"/>
              </a:rPr>
              <a:t>2 </a:t>
            </a:r>
            <a:r>
              <a:rPr lang="en-US" altLang="zh-CN" dirty="0">
                <a:solidFill>
                  <a:srgbClr val="666666"/>
                </a:solidFill>
                <a:latin typeface="YaHei_Monaco-R"/>
              </a:rPr>
              <a:t>&gt;&gt;&gt; </a:t>
            </a:r>
            <a:r>
              <a:rPr lang="en-US" altLang="zh-CN" dirty="0">
                <a:solidFill>
                  <a:srgbClr val="000000"/>
                </a:solidFill>
                <a:latin typeface="YaHei_Monaco-R"/>
              </a:rPr>
              <a:t>driver </a:t>
            </a:r>
            <a:r>
              <a:rPr lang="en-US" altLang="zh-CN" dirty="0">
                <a:solidFill>
                  <a:srgbClr val="666666"/>
                </a:solidFill>
                <a:latin typeface="YaHei_Monaco-R"/>
              </a:rPr>
              <a:t>= </a:t>
            </a:r>
            <a:r>
              <a:rPr lang="en-US" altLang="zh-CN" dirty="0" err="1">
                <a:solidFill>
                  <a:srgbClr val="000000"/>
                </a:solidFill>
                <a:latin typeface="YaHei_Monaco-R"/>
              </a:rPr>
              <a:t>gdal</a:t>
            </a:r>
            <a:r>
              <a:rPr lang="en-US" altLang="zh-CN" dirty="0" err="1">
                <a:solidFill>
                  <a:srgbClr val="666666"/>
                </a:solidFill>
                <a:latin typeface="YaHei_Monaco-R"/>
              </a:rPr>
              <a:t>.</a:t>
            </a:r>
            <a:r>
              <a:rPr lang="en-US" altLang="zh-CN" dirty="0" err="1">
                <a:solidFill>
                  <a:srgbClr val="000000"/>
                </a:solidFill>
                <a:latin typeface="YaHei_Monaco-R"/>
              </a:rPr>
              <a:t>GetDriverByName</a:t>
            </a:r>
            <a:r>
              <a:rPr lang="en-US" altLang="zh-CN" dirty="0">
                <a:solidFill>
                  <a:srgbClr val="000000"/>
                </a:solidFill>
                <a:latin typeface="YaHei_Monaco-R"/>
              </a:rPr>
              <a:t>( </a:t>
            </a:r>
            <a:r>
              <a:rPr lang="en-US" altLang="zh-CN" dirty="0">
                <a:solidFill>
                  <a:srgbClr val="BB2121"/>
                </a:solidFill>
                <a:latin typeface="YaHei_Monaco-R"/>
              </a:rPr>
              <a:t>'</a:t>
            </a:r>
            <a:r>
              <a:rPr lang="en-US" altLang="zh-CN" dirty="0" err="1">
                <a:solidFill>
                  <a:srgbClr val="BB2121"/>
                </a:solidFill>
                <a:latin typeface="YaHei_Monaco-R"/>
              </a:rPr>
              <a:t>GTiff</a:t>
            </a:r>
            <a:r>
              <a:rPr lang="en-US" altLang="zh-CN" dirty="0">
                <a:solidFill>
                  <a:srgbClr val="BB2121"/>
                </a:solidFill>
                <a:latin typeface="YaHei_Monaco-R"/>
              </a:rPr>
              <a:t>' </a:t>
            </a:r>
            <a:r>
              <a:rPr lang="en-US" altLang="zh-CN" dirty="0">
                <a:solidFill>
                  <a:srgbClr val="000000"/>
                </a:solidFill>
                <a:latin typeface="YaHei_Monaco-R"/>
              </a:rPr>
              <a:t>)</a:t>
            </a:r>
          </a:p>
          <a:p>
            <a:r>
              <a:rPr lang="en-US" altLang="zh-CN" sz="1600" dirty="0">
                <a:solidFill>
                  <a:srgbClr val="8080FF"/>
                </a:solidFill>
                <a:latin typeface="LMSans8-Regular-Identity-H"/>
              </a:rPr>
              <a:t>3 </a:t>
            </a:r>
            <a:r>
              <a:rPr lang="en-US" altLang="zh-CN" dirty="0">
                <a:solidFill>
                  <a:srgbClr val="666666"/>
                </a:solidFill>
                <a:latin typeface="YaHei_Monaco-R"/>
              </a:rPr>
              <a:t>&gt;&gt;&gt; </a:t>
            </a:r>
            <a:r>
              <a:rPr lang="en-US" altLang="zh-CN" dirty="0" err="1">
                <a:solidFill>
                  <a:srgbClr val="000000"/>
                </a:solidFill>
                <a:latin typeface="YaHei_Monaco-R"/>
              </a:rPr>
              <a:t>dst_filename</a:t>
            </a:r>
            <a:r>
              <a:rPr lang="en-US" altLang="zh-CN" dirty="0">
                <a:solidFill>
                  <a:srgbClr val="000000"/>
                </a:solidFill>
                <a:latin typeface="YaHei_Monaco-R"/>
              </a:rPr>
              <a:t> </a:t>
            </a:r>
            <a:r>
              <a:rPr lang="en-US" altLang="zh-CN" dirty="0">
                <a:solidFill>
                  <a:srgbClr val="666666"/>
                </a:solidFill>
                <a:latin typeface="YaHei_Monaco-R"/>
              </a:rPr>
              <a:t>= </a:t>
            </a:r>
            <a:r>
              <a:rPr lang="en-US" altLang="zh-CN" dirty="0" smtClean="0">
                <a:solidFill>
                  <a:srgbClr val="BB2121"/>
                </a:solidFill>
                <a:latin typeface="YaHei_Monaco-R"/>
              </a:rPr>
              <a:t>'</a:t>
            </a:r>
            <a:r>
              <a:rPr lang="en-US" altLang="zh-CN" dirty="0" err="1" smtClean="0">
                <a:solidFill>
                  <a:srgbClr val="BB2121"/>
                </a:solidFill>
                <a:latin typeface="YaHei_Monaco-R"/>
              </a:rPr>
              <a:t>x_tmp.tif</a:t>
            </a:r>
            <a:r>
              <a:rPr lang="en-US" altLang="zh-CN" dirty="0">
                <a:solidFill>
                  <a:srgbClr val="BB2121"/>
                </a:solidFill>
                <a:latin typeface="YaHei_Monaco-R"/>
              </a:rPr>
              <a:t>'</a:t>
            </a:r>
          </a:p>
          <a:p>
            <a:r>
              <a:rPr lang="en-US" altLang="zh-CN" sz="1600" dirty="0">
                <a:solidFill>
                  <a:srgbClr val="8080FF"/>
                </a:solidFill>
                <a:latin typeface="LMSans8-Regular-Identity-H"/>
              </a:rPr>
              <a:t>4 </a:t>
            </a:r>
            <a:r>
              <a:rPr lang="en-US" altLang="zh-CN" dirty="0">
                <a:solidFill>
                  <a:srgbClr val="666666"/>
                </a:solidFill>
                <a:latin typeface="YaHei_Monaco-R"/>
              </a:rPr>
              <a:t>&gt;&gt;&gt; </a:t>
            </a:r>
            <a:r>
              <a:rPr lang="en-US" altLang="zh-CN" dirty="0" err="1">
                <a:solidFill>
                  <a:srgbClr val="000000"/>
                </a:solidFill>
                <a:latin typeface="YaHei_Monaco-R"/>
              </a:rPr>
              <a:t>dst_ds</a:t>
            </a:r>
            <a:r>
              <a:rPr lang="en-US" altLang="zh-CN" dirty="0">
                <a:solidFill>
                  <a:srgbClr val="000000"/>
                </a:solidFill>
                <a:latin typeface="YaHei_Monaco-R"/>
              </a:rPr>
              <a:t> </a:t>
            </a:r>
            <a:r>
              <a:rPr lang="en-US" altLang="zh-CN" dirty="0">
                <a:solidFill>
                  <a:srgbClr val="666666"/>
                </a:solidFill>
                <a:latin typeface="YaHei_Monaco-R"/>
              </a:rPr>
              <a:t>= </a:t>
            </a:r>
            <a:r>
              <a:rPr lang="en-US" altLang="zh-CN" dirty="0" err="1" smtClean="0">
                <a:solidFill>
                  <a:srgbClr val="000000"/>
                </a:solidFill>
                <a:latin typeface="YaHei_Monaco-R"/>
              </a:rPr>
              <a:t>driver</a:t>
            </a:r>
            <a:r>
              <a:rPr lang="en-US" altLang="zh-CN" dirty="0" err="1" smtClean="0">
                <a:solidFill>
                  <a:srgbClr val="666666"/>
                </a:solidFill>
                <a:latin typeface="YaHei_Monaco-R"/>
              </a:rPr>
              <a:t>.</a:t>
            </a:r>
            <a:r>
              <a:rPr lang="en-US" altLang="zh-CN" dirty="0" err="1" smtClean="0">
                <a:solidFill>
                  <a:srgbClr val="000000"/>
                </a:solidFill>
                <a:latin typeface="YaHei_Monaco-R"/>
              </a:rPr>
              <a:t>Create</a:t>
            </a:r>
            <a:r>
              <a:rPr lang="en-US" altLang="zh-CN" dirty="0" smtClean="0">
                <a:solidFill>
                  <a:srgbClr val="000000"/>
                </a:solidFill>
                <a:latin typeface="YaHei_Monaco-R"/>
              </a:rPr>
              <a:t>(</a:t>
            </a:r>
            <a:r>
              <a:rPr lang="en-US" altLang="zh-CN" dirty="0" err="1" smtClean="0">
                <a:solidFill>
                  <a:srgbClr val="000000"/>
                </a:solidFill>
                <a:latin typeface="YaHei_Monaco-R"/>
              </a:rPr>
              <a:t>dst_filename</a:t>
            </a:r>
            <a:r>
              <a:rPr lang="en-US" altLang="zh-CN" dirty="0">
                <a:solidFill>
                  <a:srgbClr val="000000"/>
                </a:solidFill>
                <a:latin typeface="YaHei_Monaco-R"/>
              </a:rPr>
              <a:t>, </a:t>
            </a:r>
            <a:r>
              <a:rPr lang="en-US" altLang="zh-CN" dirty="0" err="1" smtClean="0">
                <a:solidFill>
                  <a:srgbClr val="000000"/>
                </a:solidFill>
                <a:latin typeface="YaHei_Monaco-R"/>
              </a:rPr>
              <a:t>xsize</a:t>
            </a:r>
            <a:r>
              <a:rPr lang="en-US" altLang="zh-CN" dirty="0" smtClean="0">
                <a:solidFill>
                  <a:srgbClr val="000000"/>
                </a:solidFill>
                <a:latin typeface="YaHei_Monaco-R"/>
              </a:rPr>
              <a:t>=</a:t>
            </a:r>
            <a:r>
              <a:rPr lang="en-US" altLang="zh-CN" dirty="0" smtClean="0">
                <a:solidFill>
                  <a:srgbClr val="666666"/>
                </a:solidFill>
                <a:latin typeface="YaHei_Monaco-R"/>
              </a:rPr>
              <a:t>512</a:t>
            </a:r>
            <a:r>
              <a:rPr lang="en-US" altLang="zh-CN" dirty="0">
                <a:solidFill>
                  <a:srgbClr val="000000"/>
                </a:solidFill>
                <a:latin typeface="YaHei_Monaco-R"/>
              </a:rPr>
              <a:t>, </a:t>
            </a:r>
            <a:r>
              <a:rPr lang="en-US" altLang="zh-CN" dirty="0" err="1" smtClean="0">
                <a:solidFill>
                  <a:srgbClr val="000000"/>
                </a:solidFill>
                <a:latin typeface="YaHei_Monaco-R"/>
              </a:rPr>
              <a:t>ysize</a:t>
            </a:r>
            <a:r>
              <a:rPr lang="en-US" altLang="zh-CN" dirty="0" smtClean="0">
                <a:solidFill>
                  <a:srgbClr val="000000"/>
                </a:solidFill>
                <a:latin typeface="YaHei_Monaco-R"/>
              </a:rPr>
              <a:t>=</a:t>
            </a:r>
            <a:r>
              <a:rPr lang="en-US" altLang="zh-CN" dirty="0" smtClean="0">
                <a:solidFill>
                  <a:srgbClr val="666666"/>
                </a:solidFill>
                <a:latin typeface="YaHei_Monaco-R"/>
              </a:rPr>
              <a:t>512</a:t>
            </a:r>
            <a:r>
              <a:rPr lang="en-US" altLang="zh-CN" dirty="0">
                <a:solidFill>
                  <a:srgbClr val="000000"/>
                </a:solidFill>
                <a:latin typeface="YaHei_Monaco-R"/>
              </a:rPr>
              <a:t>, </a:t>
            </a:r>
            <a:r>
              <a:rPr lang="en-US" altLang="zh-CN" dirty="0" smtClean="0">
                <a:solidFill>
                  <a:srgbClr val="000000"/>
                </a:solidFill>
                <a:latin typeface="YaHei_Monaco-R"/>
              </a:rPr>
              <a:t>bands=</a:t>
            </a:r>
            <a:r>
              <a:rPr lang="en-US" altLang="zh-CN" dirty="0" smtClean="0">
                <a:solidFill>
                  <a:srgbClr val="666666"/>
                </a:solidFill>
                <a:latin typeface="YaHei_Monaco-R"/>
              </a:rPr>
              <a:t>1</a:t>
            </a:r>
            <a:r>
              <a:rPr lang="en-US" altLang="zh-CN" dirty="0">
                <a:solidFill>
                  <a:srgbClr val="000000"/>
                </a:solidFill>
                <a:latin typeface="YaHei_Monaco-R"/>
              </a:rPr>
              <a:t>, </a:t>
            </a:r>
            <a:r>
              <a:rPr lang="en-US" altLang="zh-CN" dirty="0" err="1" smtClean="0">
                <a:solidFill>
                  <a:srgbClr val="000000"/>
                </a:solidFill>
                <a:latin typeface="YaHei_Monaco-R"/>
              </a:rPr>
              <a:t>eType</a:t>
            </a:r>
            <a:r>
              <a:rPr lang="en-US" altLang="zh-CN" dirty="0" smtClean="0">
                <a:solidFill>
                  <a:srgbClr val="000000"/>
                </a:solidFill>
                <a:latin typeface="YaHei_Monaco-R"/>
              </a:rPr>
              <a:t>=</a:t>
            </a:r>
            <a:r>
              <a:rPr lang="en-US" altLang="zh-CN" dirty="0" err="1" smtClean="0">
                <a:solidFill>
                  <a:srgbClr val="000000"/>
                </a:solidFill>
                <a:latin typeface="YaHei_Monaco-R"/>
              </a:rPr>
              <a:t>gdal</a:t>
            </a:r>
            <a:r>
              <a:rPr lang="en-US" altLang="zh-CN" dirty="0" err="1" smtClean="0">
                <a:solidFill>
                  <a:srgbClr val="666666"/>
                </a:solidFill>
                <a:latin typeface="YaHei_Monaco-R"/>
              </a:rPr>
              <a:t>.</a:t>
            </a:r>
            <a:r>
              <a:rPr lang="en-US" altLang="zh-CN" dirty="0" err="1" smtClean="0">
                <a:solidFill>
                  <a:srgbClr val="000000"/>
                </a:solidFill>
                <a:latin typeface="YaHei_Monaco-R"/>
              </a:rPr>
              <a:t>GDT_Byte</a:t>
            </a:r>
            <a:r>
              <a:rPr lang="zh-CN" altLang="en-US" dirty="0" smtClean="0">
                <a:solidFill>
                  <a:srgbClr val="000000"/>
                </a:solidFill>
                <a:latin typeface="YaHei_Monaco-R"/>
              </a:rPr>
              <a:t>） </a:t>
            </a:r>
            <a:r>
              <a:rPr lang="en-US" altLang="zh-CN" dirty="0" smtClean="0">
                <a:solidFill>
                  <a:srgbClr val="666666"/>
                </a:solidFill>
                <a:latin typeface="YaHei_Monaco-R"/>
              </a:rPr>
              <a:t>#8</a:t>
            </a:r>
            <a:r>
              <a:rPr lang="zh-CN" altLang="en-US" dirty="0">
                <a:solidFill>
                  <a:srgbClr val="666666"/>
                </a:solidFill>
                <a:latin typeface="YaHei_Monaco-R"/>
              </a:rPr>
              <a:t>位无符号</a:t>
            </a:r>
            <a:r>
              <a:rPr lang="zh-CN" altLang="en-US" dirty="0" smtClean="0">
                <a:solidFill>
                  <a:srgbClr val="666666"/>
                </a:solidFill>
                <a:latin typeface="YaHei_Monaco-R"/>
              </a:rPr>
              <a:t>整型</a:t>
            </a:r>
            <a:endParaRPr lang="zh-CN" altLang="en-US" dirty="0"/>
          </a:p>
        </p:txBody>
      </p:sp>
    </p:spTree>
    <p:extLst>
      <p:ext uri="{BB962C8B-B14F-4D97-AF65-F5344CB8AC3E}">
        <p14:creationId xmlns:p14="http://schemas.microsoft.com/office/powerpoint/2010/main" val="1779636987"/>
      </p:ext>
    </p:extLst>
  </p:cSld>
  <p:clrMapOvr>
    <a:masterClrMapping/>
  </p:clrMapOvr>
  <p:transition spd="slow"/>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标题 1"/>
          <p:cNvSpPr txBox="1">
            <a:spLocks/>
          </p:cNvSpPr>
          <p:nvPr/>
        </p:nvSpPr>
        <p:spPr>
          <a:xfrm>
            <a:off x="838200" y="148859"/>
            <a:ext cx="11353800" cy="714357"/>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lang="zh-CN" altLang="en-US" sz="4000" b="1" dirty="0" smtClean="0">
                <a:solidFill>
                  <a:srgbClr val="FFFFFF"/>
                </a:solidFill>
                <a:latin typeface="微软雅黑" panose="020B0503020204020204" pitchFamily="34" charset="-122"/>
                <a:ea typeface="微软雅黑" panose="020B0503020204020204" pitchFamily="34" charset="-122"/>
              </a:rPr>
              <a:t>设置相关参数</a:t>
            </a:r>
            <a:endParaRPr kumimoji="0" lang="zh-CN" altLang="en-US" sz="4000" b="1" i="0" u="none" strike="noStrike" kern="120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j-cs"/>
            </a:endParaRPr>
          </a:p>
        </p:txBody>
      </p:sp>
      <p:sp>
        <p:nvSpPr>
          <p:cNvPr id="5" name="内容占位符 2"/>
          <p:cNvSpPr>
            <a:spLocks noGrp="1"/>
          </p:cNvSpPr>
          <p:nvPr>
            <p:ph idx="1"/>
          </p:nvPr>
        </p:nvSpPr>
        <p:spPr>
          <a:xfrm>
            <a:off x="1208314" y="4625730"/>
            <a:ext cx="9609364" cy="1219898"/>
          </a:xfrm>
        </p:spPr>
        <p:txBody>
          <a:bodyPr>
            <a:normAutofit/>
          </a:bodyPr>
          <a:lstStyle/>
          <a:p>
            <a:pPr>
              <a:lnSpc>
                <a:spcPct val="100000"/>
              </a:lnSpc>
            </a:pPr>
            <a:r>
              <a:rPr lang="zh-CN" altLang="en-US" dirty="0" smtClean="0"/>
              <a:t>设置空间</a:t>
            </a:r>
            <a:r>
              <a:rPr lang="zh-CN" altLang="en-US" dirty="0"/>
              <a:t>范围和</a:t>
            </a:r>
            <a:r>
              <a:rPr lang="zh-CN" altLang="en-US" dirty="0" smtClean="0"/>
              <a:t>坐标系</a:t>
            </a:r>
            <a:r>
              <a:rPr lang="en-US" altLang="zh-CN" dirty="0" smtClean="0"/>
              <a:t>, </a:t>
            </a:r>
            <a:r>
              <a:rPr lang="zh-CN" altLang="en-US" dirty="0" smtClean="0"/>
              <a:t>大小为</a:t>
            </a:r>
            <a:r>
              <a:rPr lang="en-US" altLang="zh-CN" dirty="0"/>
              <a:t>512 </a:t>
            </a:r>
            <a:r>
              <a:rPr lang="en-US" altLang="zh-CN" i="1" dirty="0"/>
              <a:t>× </a:t>
            </a:r>
            <a:r>
              <a:rPr lang="en-US" altLang="zh-CN" dirty="0" smtClean="0"/>
              <a:t>512</a:t>
            </a:r>
            <a:r>
              <a:rPr lang="zh-CN" altLang="en-US" dirty="0" smtClean="0"/>
              <a:t>的全部为</a:t>
            </a:r>
            <a:r>
              <a:rPr lang="en-US" altLang="zh-CN" dirty="0" smtClean="0"/>
              <a:t>0</a:t>
            </a:r>
            <a:r>
              <a:rPr lang="zh-CN" altLang="en-US" dirty="0" smtClean="0"/>
              <a:t>的数组数据。</a:t>
            </a:r>
            <a:endParaRPr lang="zh-CN" altLang="en-US" dirty="0"/>
          </a:p>
        </p:txBody>
      </p:sp>
      <p:sp>
        <p:nvSpPr>
          <p:cNvPr id="3" name="矩形 2"/>
          <p:cNvSpPr/>
          <p:nvPr/>
        </p:nvSpPr>
        <p:spPr>
          <a:xfrm>
            <a:off x="1644396" y="1651836"/>
            <a:ext cx="8391144" cy="2585323"/>
          </a:xfrm>
          <a:prstGeom prst="rect">
            <a:avLst/>
          </a:prstGeom>
          <a:solidFill>
            <a:schemeClr val="bg1">
              <a:lumMod val="85000"/>
            </a:schemeClr>
          </a:solidFill>
        </p:spPr>
        <p:txBody>
          <a:bodyPr wrap="square">
            <a:spAutoFit/>
          </a:bodyPr>
          <a:lstStyle/>
          <a:p>
            <a:r>
              <a:rPr lang="en-US" altLang="zh-CN" sz="1600" dirty="0">
                <a:solidFill>
                  <a:srgbClr val="8080FF"/>
                </a:solidFill>
                <a:latin typeface="LMSans8-Regular-Identity-H"/>
              </a:rPr>
              <a:t>1 </a:t>
            </a:r>
            <a:r>
              <a:rPr lang="en-US" altLang="zh-CN" dirty="0">
                <a:solidFill>
                  <a:srgbClr val="666666"/>
                </a:solidFill>
                <a:latin typeface="YaHei_Monaco-R"/>
              </a:rPr>
              <a:t>&gt;&gt;&gt; </a:t>
            </a:r>
            <a:r>
              <a:rPr lang="en-US" altLang="zh-CN" dirty="0">
                <a:solidFill>
                  <a:srgbClr val="008000"/>
                </a:solidFill>
                <a:latin typeface="YaHei_Monaco-R"/>
              </a:rPr>
              <a:t>import </a:t>
            </a:r>
            <a:r>
              <a:rPr lang="en-US" altLang="zh-CN" dirty="0" err="1">
                <a:solidFill>
                  <a:srgbClr val="0000FF"/>
                </a:solidFill>
                <a:latin typeface="YaHei_Monaco-R"/>
              </a:rPr>
              <a:t>numpy</a:t>
            </a:r>
            <a:r>
              <a:rPr lang="en-US" altLang="zh-CN" dirty="0">
                <a:solidFill>
                  <a:srgbClr val="666666"/>
                </a:solidFill>
                <a:latin typeface="YaHei_Monaco-R"/>
              </a:rPr>
              <a:t>, </a:t>
            </a:r>
            <a:endParaRPr lang="en-US" altLang="zh-CN" dirty="0" smtClean="0">
              <a:solidFill>
                <a:srgbClr val="666666"/>
              </a:solidFill>
              <a:latin typeface="YaHei_Monaco-R"/>
            </a:endParaRPr>
          </a:p>
          <a:p>
            <a:r>
              <a:rPr lang="en-US" altLang="zh-CN" sz="1600" dirty="0">
                <a:solidFill>
                  <a:srgbClr val="8080FF"/>
                </a:solidFill>
                <a:latin typeface="LMSans8-Regular-Identity-H"/>
              </a:rPr>
              <a:t>2 </a:t>
            </a:r>
            <a:r>
              <a:rPr lang="en-US" altLang="zh-CN" dirty="0">
                <a:solidFill>
                  <a:srgbClr val="666666"/>
                </a:solidFill>
                <a:latin typeface="YaHei_Monaco-R"/>
              </a:rPr>
              <a:t>&gt;&gt;&gt; </a:t>
            </a:r>
            <a:r>
              <a:rPr lang="en-US" altLang="zh-CN" dirty="0">
                <a:solidFill>
                  <a:srgbClr val="008000"/>
                </a:solidFill>
                <a:latin typeface="YaHei_Monaco-R"/>
              </a:rPr>
              <a:t>from </a:t>
            </a:r>
            <a:r>
              <a:rPr lang="en-US" altLang="zh-CN" dirty="0" err="1">
                <a:solidFill>
                  <a:srgbClr val="0000FF"/>
                </a:solidFill>
                <a:latin typeface="YaHei_Monaco-R"/>
              </a:rPr>
              <a:t>osgeo</a:t>
            </a:r>
            <a:r>
              <a:rPr lang="en-US" altLang="zh-CN" dirty="0">
                <a:solidFill>
                  <a:srgbClr val="0000FF"/>
                </a:solidFill>
                <a:latin typeface="YaHei_Monaco-R"/>
              </a:rPr>
              <a:t> </a:t>
            </a:r>
            <a:r>
              <a:rPr lang="en-US" altLang="zh-CN" dirty="0">
                <a:solidFill>
                  <a:srgbClr val="008000"/>
                </a:solidFill>
                <a:latin typeface="YaHei_Monaco-R"/>
              </a:rPr>
              <a:t>import </a:t>
            </a:r>
            <a:r>
              <a:rPr lang="en-US" altLang="zh-CN" dirty="0" err="1" smtClean="0">
                <a:solidFill>
                  <a:srgbClr val="0000FF"/>
                </a:solidFill>
                <a:latin typeface="YaHei_Monaco-R"/>
              </a:rPr>
              <a:t>osr</a:t>
            </a:r>
            <a:endParaRPr lang="en-US" altLang="zh-CN" dirty="0">
              <a:solidFill>
                <a:srgbClr val="0000FF"/>
              </a:solidFill>
              <a:latin typeface="YaHei_Monaco-R"/>
            </a:endParaRPr>
          </a:p>
          <a:p>
            <a:r>
              <a:rPr lang="en-US" altLang="zh-CN" sz="1600" dirty="0" smtClean="0">
                <a:solidFill>
                  <a:srgbClr val="8080FF"/>
                </a:solidFill>
                <a:latin typeface="LMSans8-Regular-Identity-H"/>
              </a:rPr>
              <a:t>3 </a:t>
            </a:r>
            <a:r>
              <a:rPr lang="en-US" altLang="zh-CN" dirty="0">
                <a:solidFill>
                  <a:srgbClr val="666666"/>
                </a:solidFill>
                <a:latin typeface="YaHei_Monaco-R"/>
              </a:rPr>
              <a:t>&gt;&gt;&gt; </a:t>
            </a:r>
            <a:r>
              <a:rPr lang="en-US" altLang="zh-CN" dirty="0" err="1">
                <a:solidFill>
                  <a:srgbClr val="000000"/>
                </a:solidFill>
                <a:latin typeface="YaHei_Monaco-R"/>
              </a:rPr>
              <a:t>dst_ds</a:t>
            </a:r>
            <a:r>
              <a:rPr lang="en-US" altLang="zh-CN" dirty="0" err="1">
                <a:solidFill>
                  <a:srgbClr val="666666"/>
                </a:solidFill>
                <a:latin typeface="YaHei_Monaco-R"/>
              </a:rPr>
              <a:t>.</a:t>
            </a:r>
            <a:r>
              <a:rPr lang="en-US" altLang="zh-CN" dirty="0" err="1">
                <a:solidFill>
                  <a:srgbClr val="000000"/>
                </a:solidFill>
                <a:latin typeface="YaHei_Monaco-R"/>
              </a:rPr>
              <a:t>SetGeoTransform</a:t>
            </a:r>
            <a:r>
              <a:rPr lang="en-US" altLang="zh-CN" dirty="0">
                <a:solidFill>
                  <a:srgbClr val="000000"/>
                </a:solidFill>
                <a:latin typeface="YaHei_Monaco-R"/>
              </a:rPr>
              <a:t>( [ </a:t>
            </a:r>
            <a:r>
              <a:rPr lang="en-US" altLang="zh-CN" dirty="0">
                <a:solidFill>
                  <a:srgbClr val="666666"/>
                </a:solidFill>
                <a:latin typeface="YaHei_Monaco-R"/>
              </a:rPr>
              <a:t>444720</a:t>
            </a:r>
            <a:r>
              <a:rPr lang="en-US" altLang="zh-CN" dirty="0">
                <a:solidFill>
                  <a:srgbClr val="000000"/>
                </a:solidFill>
                <a:latin typeface="YaHei_Monaco-R"/>
              </a:rPr>
              <a:t>, </a:t>
            </a:r>
            <a:r>
              <a:rPr lang="en-US" altLang="zh-CN" dirty="0">
                <a:solidFill>
                  <a:srgbClr val="666666"/>
                </a:solidFill>
                <a:latin typeface="YaHei_Monaco-R"/>
              </a:rPr>
              <a:t>30</a:t>
            </a:r>
            <a:r>
              <a:rPr lang="en-US" altLang="zh-CN" dirty="0">
                <a:solidFill>
                  <a:srgbClr val="000000"/>
                </a:solidFill>
                <a:latin typeface="YaHei_Monaco-R"/>
              </a:rPr>
              <a:t>, </a:t>
            </a:r>
            <a:r>
              <a:rPr lang="en-US" altLang="zh-CN" dirty="0">
                <a:solidFill>
                  <a:srgbClr val="666666"/>
                </a:solidFill>
                <a:latin typeface="YaHei_Monaco-R"/>
              </a:rPr>
              <a:t>0</a:t>
            </a:r>
            <a:r>
              <a:rPr lang="en-US" altLang="zh-CN" dirty="0">
                <a:solidFill>
                  <a:srgbClr val="000000"/>
                </a:solidFill>
                <a:latin typeface="YaHei_Monaco-R"/>
              </a:rPr>
              <a:t>, </a:t>
            </a:r>
            <a:r>
              <a:rPr lang="en-US" altLang="zh-CN" dirty="0">
                <a:solidFill>
                  <a:srgbClr val="666666"/>
                </a:solidFill>
                <a:latin typeface="YaHei_Monaco-R"/>
              </a:rPr>
              <a:t>3751320</a:t>
            </a:r>
            <a:r>
              <a:rPr lang="en-US" altLang="zh-CN" dirty="0">
                <a:solidFill>
                  <a:srgbClr val="000000"/>
                </a:solidFill>
                <a:latin typeface="YaHei_Monaco-R"/>
              </a:rPr>
              <a:t>, </a:t>
            </a:r>
            <a:r>
              <a:rPr lang="en-US" altLang="zh-CN" dirty="0">
                <a:solidFill>
                  <a:srgbClr val="666666"/>
                </a:solidFill>
                <a:latin typeface="YaHei_Monaco-R"/>
              </a:rPr>
              <a:t>0</a:t>
            </a:r>
            <a:r>
              <a:rPr lang="en-US" altLang="zh-CN" dirty="0">
                <a:solidFill>
                  <a:srgbClr val="000000"/>
                </a:solidFill>
                <a:latin typeface="YaHei_Monaco-R"/>
              </a:rPr>
              <a:t>, </a:t>
            </a:r>
            <a:r>
              <a:rPr lang="en-US" altLang="zh-CN" dirty="0">
                <a:solidFill>
                  <a:srgbClr val="666666"/>
                </a:solidFill>
                <a:latin typeface="YaHei_Monaco-R"/>
              </a:rPr>
              <a:t>-30 </a:t>
            </a:r>
            <a:r>
              <a:rPr lang="en-US" altLang="zh-CN" dirty="0">
                <a:solidFill>
                  <a:srgbClr val="000000"/>
                </a:solidFill>
                <a:latin typeface="YaHei_Monaco-R"/>
              </a:rPr>
              <a:t>] )</a:t>
            </a:r>
          </a:p>
          <a:p>
            <a:r>
              <a:rPr lang="en-US" altLang="zh-CN" sz="1600" dirty="0" smtClean="0">
                <a:solidFill>
                  <a:srgbClr val="8080FF"/>
                </a:solidFill>
                <a:latin typeface="LMSans8-Regular-Identity-H"/>
              </a:rPr>
              <a:t>4 </a:t>
            </a:r>
            <a:r>
              <a:rPr lang="en-US" altLang="zh-CN" dirty="0">
                <a:solidFill>
                  <a:srgbClr val="666666"/>
                </a:solidFill>
                <a:latin typeface="YaHei_Monaco-R"/>
              </a:rPr>
              <a:t>&gt;&gt;&gt; </a:t>
            </a:r>
            <a:r>
              <a:rPr lang="en-US" altLang="zh-CN" dirty="0" err="1">
                <a:solidFill>
                  <a:srgbClr val="000000"/>
                </a:solidFill>
                <a:latin typeface="YaHei_Monaco-R"/>
              </a:rPr>
              <a:t>srs</a:t>
            </a:r>
            <a:r>
              <a:rPr lang="en-US" altLang="zh-CN" dirty="0">
                <a:solidFill>
                  <a:srgbClr val="000000"/>
                </a:solidFill>
                <a:latin typeface="YaHei_Monaco-R"/>
              </a:rPr>
              <a:t> </a:t>
            </a:r>
            <a:r>
              <a:rPr lang="en-US" altLang="zh-CN" dirty="0">
                <a:solidFill>
                  <a:srgbClr val="666666"/>
                </a:solidFill>
                <a:latin typeface="YaHei_Monaco-R"/>
              </a:rPr>
              <a:t>= </a:t>
            </a:r>
            <a:r>
              <a:rPr lang="en-US" altLang="zh-CN" dirty="0" err="1">
                <a:solidFill>
                  <a:srgbClr val="000000"/>
                </a:solidFill>
                <a:latin typeface="YaHei_Monaco-R"/>
              </a:rPr>
              <a:t>osr</a:t>
            </a:r>
            <a:r>
              <a:rPr lang="en-US" altLang="zh-CN" dirty="0" err="1">
                <a:solidFill>
                  <a:srgbClr val="666666"/>
                </a:solidFill>
                <a:latin typeface="YaHei_Monaco-R"/>
              </a:rPr>
              <a:t>.</a:t>
            </a:r>
            <a:r>
              <a:rPr lang="en-US" altLang="zh-CN" dirty="0" err="1">
                <a:solidFill>
                  <a:srgbClr val="000000"/>
                </a:solidFill>
                <a:latin typeface="YaHei_Monaco-R"/>
              </a:rPr>
              <a:t>SpatialReference</a:t>
            </a:r>
            <a:r>
              <a:rPr lang="en-US" altLang="zh-CN" dirty="0">
                <a:solidFill>
                  <a:srgbClr val="000000"/>
                </a:solidFill>
                <a:latin typeface="YaHei_Monaco-R"/>
              </a:rPr>
              <a:t>()</a:t>
            </a:r>
          </a:p>
          <a:p>
            <a:r>
              <a:rPr lang="en-US" altLang="zh-CN" sz="1600" dirty="0" smtClean="0">
                <a:solidFill>
                  <a:srgbClr val="8080FF"/>
                </a:solidFill>
                <a:latin typeface="LMSans8-Regular-Identity-H"/>
              </a:rPr>
              <a:t>5 </a:t>
            </a:r>
            <a:r>
              <a:rPr lang="en-US" altLang="zh-CN" dirty="0">
                <a:solidFill>
                  <a:srgbClr val="666666"/>
                </a:solidFill>
                <a:latin typeface="YaHei_Monaco-R"/>
              </a:rPr>
              <a:t>&gt;&gt;&gt; </a:t>
            </a:r>
            <a:r>
              <a:rPr lang="en-US" altLang="zh-CN" dirty="0" err="1">
                <a:solidFill>
                  <a:srgbClr val="000000"/>
                </a:solidFill>
                <a:latin typeface="YaHei_Monaco-R"/>
              </a:rPr>
              <a:t>srs</a:t>
            </a:r>
            <a:r>
              <a:rPr lang="en-US" altLang="zh-CN" dirty="0" err="1">
                <a:solidFill>
                  <a:srgbClr val="666666"/>
                </a:solidFill>
                <a:latin typeface="YaHei_Monaco-R"/>
              </a:rPr>
              <a:t>.</a:t>
            </a:r>
            <a:r>
              <a:rPr lang="en-US" altLang="zh-CN" dirty="0" err="1">
                <a:solidFill>
                  <a:srgbClr val="000000"/>
                </a:solidFill>
                <a:latin typeface="YaHei_Monaco-R"/>
              </a:rPr>
              <a:t>SetUTM</a:t>
            </a:r>
            <a:r>
              <a:rPr lang="en-US" altLang="zh-CN" dirty="0">
                <a:solidFill>
                  <a:srgbClr val="000000"/>
                </a:solidFill>
                <a:latin typeface="YaHei_Monaco-R"/>
              </a:rPr>
              <a:t>( </a:t>
            </a:r>
            <a:r>
              <a:rPr lang="en-US" altLang="zh-CN" dirty="0">
                <a:solidFill>
                  <a:srgbClr val="666666"/>
                </a:solidFill>
                <a:latin typeface="YaHei_Monaco-R"/>
              </a:rPr>
              <a:t>11</a:t>
            </a:r>
            <a:r>
              <a:rPr lang="en-US" altLang="zh-CN" dirty="0">
                <a:solidFill>
                  <a:srgbClr val="000000"/>
                </a:solidFill>
                <a:latin typeface="YaHei_Monaco-R"/>
              </a:rPr>
              <a:t>, </a:t>
            </a:r>
            <a:r>
              <a:rPr lang="en-US" altLang="zh-CN" dirty="0">
                <a:solidFill>
                  <a:srgbClr val="666666"/>
                </a:solidFill>
                <a:latin typeface="YaHei_Monaco-R"/>
              </a:rPr>
              <a:t>True</a:t>
            </a:r>
            <a:r>
              <a:rPr lang="en-US" altLang="zh-CN" dirty="0" smtClean="0">
                <a:solidFill>
                  <a:srgbClr val="666666"/>
                </a:solidFill>
                <a:latin typeface="YaHei_Monaco-R"/>
              </a:rPr>
              <a:t> </a:t>
            </a:r>
            <a:r>
              <a:rPr lang="en-US" altLang="zh-CN" dirty="0" smtClean="0">
                <a:solidFill>
                  <a:srgbClr val="000000"/>
                </a:solidFill>
                <a:latin typeface="YaHei_Monaco-R"/>
              </a:rPr>
              <a:t>)  #</a:t>
            </a:r>
            <a:r>
              <a:rPr lang="zh-CN" altLang="en-US" dirty="0"/>
              <a:t>设置投影转换参数细节</a:t>
            </a:r>
            <a:endParaRPr lang="en-US" altLang="zh-CN" dirty="0">
              <a:solidFill>
                <a:srgbClr val="000000"/>
              </a:solidFill>
              <a:latin typeface="YaHei_Monaco-R"/>
            </a:endParaRPr>
          </a:p>
          <a:p>
            <a:r>
              <a:rPr lang="en-US" altLang="zh-CN" sz="1600" dirty="0" smtClean="0">
                <a:solidFill>
                  <a:srgbClr val="8080FF"/>
                </a:solidFill>
                <a:latin typeface="LMSans8-Regular-Identity-H"/>
              </a:rPr>
              <a:t>6 </a:t>
            </a:r>
            <a:r>
              <a:rPr lang="en-US" altLang="zh-CN" dirty="0">
                <a:solidFill>
                  <a:srgbClr val="666666"/>
                </a:solidFill>
                <a:latin typeface="YaHei_Monaco-R"/>
              </a:rPr>
              <a:t>&gt;&gt;&gt; </a:t>
            </a:r>
            <a:r>
              <a:rPr lang="en-US" altLang="zh-CN" dirty="0" err="1">
                <a:solidFill>
                  <a:srgbClr val="000000"/>
                </a:solidFill>
                <a:latin typeface="YaHei_Monaco-R"/>
              </a:rPr>
              <a:t>srs</a:t>
            </a:r>
            <a:r>
              <a:rPr lang="en-US" altLang="zh-CN" dirty="0" err="1">
                <a:solidFill>
                  <a:srgbClr val="666666"/>
                </a:solidFill>
                <a:latin typeface="YaHei_Monaco-R"/>
              </a:rPr>
              <a:t>.</a:t>
            </a:r>
            <a:r>
              <a:rPr lang="en-US" altLang="zh-CN" dirty="0" err="1">
                <a:solidFill>
                  <a:srgbClr val="000000"/>
                </a:solidFill>
                <a:latin typeface="YaHei_Monaco-R"/>
              </a:rPr>
              <a:t>SetWellKnownGeogCS</a:t>
            </a:r>
            <a:r>
              <a:rPr lang="en-US" altLang="zh-CN" dirty="0">
                <a:solidFill>
                  <a:srgbClr val="000000"/>
                </a:solidFill>
                <a:latin typeface="YaHei_Monaco-R"/>
              </a:rPr>
              <a:t>( </a:t>
            </a:r>
            <a:r>
              <a:rPr lang="en-US" altLang="zh-CN" dirty="0" smtClean="0">
                <a:solidFill>
                  <a:srgbClr val="BB2121"/>
                </a:solidFill>
                <a:latin typeface="YaHei_Monaco-R"/>
              </a:rPr>
              <a:t>‘WGS84' </a:t>
            </a:r>
            <a:r>
              <a:rPr lang="en-US" altLang="zh-CN" dirty="0" smtClean="0">
                <a:solidFill>
                  <a:srgbClr val="000000"/>
                </a:solidFill>
                <a:latin typeface="YaHei_Monaco-R"/>
              </a:rPr>
              <a:t>) #</a:t>
            </a:r>
            <a:r>
              <a:rPr lang="zh-CN" altLang="en-US" dirty="0"/>
              <a:t>分配一个地理坐标系统</a:t>
            </a:r>
            <a:endParaRPr lang="en-US" altLang="zh-CN" dirty="0">
              <a:solidFill>
                <a:srgbClr val="000000"/>
              </a:solidFill>
              <a:latin typeface="YaHei_Monaco-R"/>
            </a:endParaRPr>
          </a:p>
          <a:p>
            <a:r>
              <a:rPr lang="en-US" altLang="zh-CN" sz="1600" dirty="0" smtClean="0">
                <a:solidFill>
                  <a:srgbClr val="8080FF"/>
                </a:solidFill>
                <a:latin typeface="LMSans8-Regular-Identity-H"/>
              </a:rPr>
              <a:t>7 </a:t>
            </a:r>
            <a:r>
              <a:rPr lang="en-US" altLang="zh-CN" dirty="0">
                <a:solidFill>
                  <a:srgbClr val="666666"/>
                </a:solidFill>
                <a:latin typeface="YaHei_Monaco-R"/>
              </a:rPr>
              <a:t>&gt;&gt;&gt; </a:t>
            </a:r>
            <a:r>
              <a:rPr lang="en-US" altLang="zh-CN" dirty="0" err="1" smtClean="0">
                <a:solidFill>
                  <a:srgbClr val="000000"/>
                </a:solidFill>
                <a:latin typeface="YaHei_Monaco-R"/>
              </a:rPr>
              <a:t>dst_ds</a:t>
            </a:r>
            <a:r>
              <a:rPr lang="en-US" altLang="zh-CN" dirty="0" err="1" smtClean="0">
                <a:solidFill>
                  <a:srgbClr val="666666"/>
                </a:solidFill>
                <a:latin typeface="YaHei_Monaco-R"/>
              </a:rPr>
              <a:t>.</a:t>
            </a:r>
            <a:r>
              <a:rPr lang="en-US" altLang="zh-CN" dirty="0" err="1" smtClean="0">
                <a:solidFill>
                  <a:srgbClr val="000000"/>
                </a:solidFill>
                <a:latin typeface="YaHei_Monaco-R"/>
              </a:rPr>
              <a:t>SetProjection</a:t>
            </a:r>
            <a:r>
              <a:rPr lang="en-US" altLang="zh-CN" dirty="0" smtClean="0">
                <a:solidFill>
                  <a:srgbClr val="000000"/>
                </a:solidFill>
                <a:latin typeface="YaHei_Monaco-R"/>
              </a:rPr>
              <a:t>(</a:t>
            </a:r>
            <a:r>
              <a:rPr lang="en-US" altLang="zh-CN" dirty="0" err="1" smtClean="0">
                <a:solidFill>
                  <a:srgbClr val="000000"/>
                </a:solidFill>
                <a:latin typeface="YaHei_Monaco-R"/>
              </a:rPr>
              <a:t>srs</a:t>
            </a:r>
            <a:r>
              <a:rPr lang="en-US" altLang="zh-CN" dirty="0" err="1" smtClean="0">
                <a:solidFill>
                  <a:srgbClr val="666666"/>
                </a:solidFill>
                <a:latin typeface="YaHei_Monaco-R"/>
              </a:rPr>
              <a:t>.</a:t>
            </a:r>
            <a:r>
              <a:rPr lang="en-US" altLang="zh-CN" dirty="0" err="1" smtClean="0">
                <a:solidFill>
                  <a:srgbClr val="000000"/>
                </a:solidFill>
                <a:latin typeface="YaHei_Monaco-R"/>
              </a:rPr>
              <a:t>ExportToWkt</a:t>
            </a:r>
            <a:r>
              <a:rPr lang="en-US" altLang="zh-CN" dirty="0" smtClean="0">
                <a:solidFill>
                  <a:srgbClr val="000000"/>
                </a:solidFill>
                <a:latin typeface="YaHei_Monaco-R"/>
              </a:rPr>
              <a:t>())</a:t>
            </a:r>
            <a:endParaRPr lang="en-US" altLang="zh-CN" dirty="0">
              <a:solidFill>
                <a:srgbClr val="000000"/>
              </a:solidFill>
              <a:latin typeface="YaHei_Monaco-R"/>
            </a:endParaRPr>
          </a:p>
          <a:p>
            <a:r>
              <a:rPr lang="pt-BR" altLang="zh-CN" sz="1600" dirty="0" smtClean="0">
                <a:solidFill>
                  <a:srgbClr val="8080FF"/>
                </a:solidFill>
                <a:latin typeface="LMSans8-Regular-Identity-H"/>
              </a:rPr>
              <a:t>8 </a:t>
            </a:r>
            <a:r>
              <a:rPr lang="pt-BR" altLang="zh-CN" dirty="0">
                <a:solidFill>
                  <a:srgbClr val="666666"/>
                </a:solidFill>
                <a:latin typeface="YaHei_Monaco-R"/>
              </a:rPr>
              <a:t>&gt;&gt;&gt; </a:t>
            </a:r>
            <a:r>
              <a:rPr lang="pt-BR" altLang="zh-CN" dirty="0">
                <a:solidFill>
                  <a:srgbClr val="000000"/>
                </a:solidFill>
                <a:latin typeface="YaHei_Monaco-R"/>
              </a:rPr>
              <a:t>raster </a:t>
            </a:r>
            <a:r>
              <a:rPr lang="pt-BR" altLang="zh-CN" dirty="0">
                <a:solidFill>
                  <a:srgbClr val="666666"/>
                </a:solidFill>
                <a:latin typeface="YaHei_Monaco-R"/>
              </a:rPr>
              <a:t>= </a:t>
            </a:r>
            <a:r>
              <a:rPr lang="pt-BR" altLang="zh-CN" dirty="0">
                <a:solidFill>
                  <a:srgbClr val="000000"/>
                </a:solidFill>
                <a:latin typeface="YaHei_Monaco-R"/>
              </a:rPr>
              <a:t>numpy</a:t>
            </a:r>
            <a:r>
              <a:rPr lang="pt-BR" altLang="zh-CN" dirty="0">
                <a:solidFill>
                  <a:srgbClr val="666666"/>
                </a:solidFill>
                <a:latin typeface="YaHei_Monaco-R"/>
              </a:rPr>
              <a:t>.</a:t>
            </a:r>
            <a:r>
              <a:rPr lang="pt-BR" altLang="zh-CN" dirty="0">
                <a:solidFill>
                  <a:srgbClr val="000000"/>
                </a:solidFill>
                <a:latin typeface="YaHei_Monaco-R"/>
              </a:rPr>
              <a:t>zeros( (</a:t>
            </a:r>
            <a:r>
              <a:rPr lang="pt-BR" altLang="zh-CN" dirty="0">
                <a:solidFill>
                  <a:srgbClr val="666666"/>
                </a:solidFill>
                <a:latin typeface="YaHei_Monaco-R"/>
              </a:rPr>
              <a:t>512</a:t>
            </a:r>
            <a:r>
              <a:rPr lang="pt-BR" altLang="zh-CN" dirty="0">
                <a:solidFill>
                  <a:srgbClr val="000000"/>
                </a:solidFill>
                <a:latin typeface="YaHei_Monaco-R"/>
              </a:rPr>
              <a:t>, </a:t>
            </a:r>
            <a:r>
              <a:rPr lang="pt-BR" altLang="zh-CN" dirty="0">
                <a:solidFill>
                  <a:srgbClr val="666666"/>
                </a:solidFill>
                <a:latin typeface="YaHei_Monaco-R"/>
              </a:rPr>
              <a:t>512</a:t>
            </a:r>
            <a:r>
              <a:rPr lang="pt-BR" altLang="zh-CN" dirty="0">
                <a:solidFill>
                  <a:srgbClr val="000000"/>
                </a:solidFill>
                <a:latin typeface="YaHei_Monaco-R"/>
              </a:rPr>
              <a:t>) )</a:t>
            </a:r>
          </a:p>
          <a:p>
            <a:r>
              <a:rPr lang="en-US" altLang="zh-CN" sz="1600" dirty="0" smtClean="0">
                <a:solidFill>
                  <a:srgbClr val="8080FF"/>
                </a:solidFill>
                <a:latin typeface="LMSans8-Regular-Identity-H"/>
              </a:rPr>
              <a:t>9 </a:t>
            </a:r>
            <a:r>
              <a:rPr lang="en-US" altLang="zh-CN" dirty="0">
                <a:solidFill>
                  <a:srgbClr val="666666"/>
                </a:solidFill>
                <a:latin typeface="YaHei_Monaco-R"/>
              </a:rPr>
              <a:t>&gt;&gt;&gt; </a:t>
            </a:r>
            <a:r>
              <a:rPr lang="en-US" altLang="zh-CN" dirty="0" err="1">
                <a:solidFill>
                  <a:srgbClr val="000000"/>
                </a:solidFill>
                <a:latin typeface="YaHei_Monaco-R"/>
              </a:rPr>
              <a:t>dst_ds</a:t>
            </a:r>
            <a:r>
              <a:rPr lang="en-US" altLang="zh-CN" dirty="0" err="1">
                <a:solidFill>
                  <a:srgbClr val="666666"/>
                </a:solidFill>
                <a:latin typeface="YaHei_Monaco-R"/>
              </a:rPr>
              <a:t>.</a:t>
            </a:r>
            <a:r>
              <a:rPr lang="en-US" altLang="zh-CN" dirty="0" err="1">
                <a:solidFill>
                  <a:srgbClr val="000000"/>
                </a:solidFill>
                <a:latin typeface="YaHei_Monaco-R"/>
              </a:rPr>
              <a:t>GetRasterBand</a:t>
            </a:r>
            <a:r>
              <a:rPr lang="en-US" altLang="zh-CN" dirty="0">
                <a:solidFill>
                  <a:srgbClr val="000000"/>
                </a:solidFill>
                <a:latin typeface="YaHei_Monaco-R"/>
              </a:rPr>
              <a:t>(</a:t>
            </a:r>
            <a:r>
              <a:rPr lang="en-US" altLang="zh-CN" dirty="0">
                <a:solidFill>
                  <a:srgbClr val="666666"/>
                </a:solidFill>
                <a:latin typeface="YaHei_Monaco-R"/>
              </a:rPr>
              <a:t>1</a:t>
            </a:r>
            <a:r>
              <a:rPr lang="en-US" altLang="zh-CN" dirty="0">
                <a:solidFill>
                  <a:srgbClr val="000000"/>
                </a:solidFill>
                <a:latin typeface="YaHei_Monaco-R"/>
              </a:rPr>
              <a:t>)</a:t>
            </a:r>
            <a:r>
              <a:rPr lang="en-US" altLang="zh-CN" dirty="0">
                <a:solidFill>
                  <a:srgbClr val="666666"/>
                </a:solidFill>
                <a:latin typeface="YaHei_Monaco-R"/>
              </a:rPr>
              <a:t>.</a:t>
            </a:r>
            <a:r>
              <a:rPr lang="en-US" altLang="zh-CN" dirty="0" err="1">
                <a:solidFill>
                  <a:srgbClr val="000000"/>
                </a:solidFill>
                <a:latin typeface="YaHei_Monaco-R"/>
              </a:rPr>
              <a:t>WriteArray</a:t>
            </a:r>
            <a:r>
              <a:rPr lang="en-US" altLang="zh-CN" dirty="0">
                <a:solidFill>
                  <a:srgbClr val="000000"/>
                </a:solidFill>
                <a:latin typeface="YaHei_Monaco-R"/>
              </a:rPr>
              <a:t>( raster )</a:t>
            </a:r>
            <a:endParaRPr lang="zh-CN" altLang="en-US" dirty="0"/>
          </a:p>
        </p:txBody>
      </p:sp>
    </p:spTree>
    <p:extLst>
      <p:ext uri="{BB962C8B-B14F-4D97-AF65-F5344CB8AC3E}">
        <p14:creationId xmlns:p14="http://schemas.microsoft.com/office/powerpoint/2010/main" val="533411456"/>
      </p:ext>
    </p:extLst>
  </p:cSld>
  <p:clrMapOvr>
    <a:masterClrMapping/>
  </p:clrMapOvr>
  <p:transition spd="slow"/>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标题 1"/>
          <p:cNvSpPr txBox="1">
            <a:spLocks/>
          </p:cNvSpPr>
          <p:nvPr/>
        </p:nvSpPr>
        <p:spPr>
          <a:xfrm>
            <a:off x="838200" y="148859"/>
            <a:ext cx="11353800" cy="714357"/>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lang="zh-CN" altLang="en-US" sz="4000" b="1" noProof="0" dirty="0" smtClean="0">
                <a:solidFill>
                  <a:srgbClr val="FFFFFF"/>
                </a:solidFill>
                <a:latin typeface="微软雅黑" panose="020B0503020204020204" pitchFamily="34" charset="-122"/>
                <a:ea typeface="微软雅黑" panose="020B0503020204020204" pitchFamily="34" charset="-122"/>
              </a:rPr>
              <a:t>创建多波段影像</a:t>
            </a:r>
            <a:endParaRPr kumimoji="0" lang="zh-CN" altLang="en-US" sz="4000" b="1" i="0" u="none" strike="noStrike" kern="120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j-cs"/>
            </a:endParaRPr>
          </a:p>
        </p:txBody>
      </p:sp>
      <p:sp>
        <p:nvSpPr>
          <p:cNvPr id="5" name="内容占位符 2"/>
          <p:cNvSpPr>
            <a:spLocks noGrp="1"/>
          </p:cNvSpPr>
          <p:nvPr>
            <p:ph idx="1"/>
          </p:nvPr>
        </p:nvSpPr>
        <p:spPr>
          <a:xfrm>
            <a:off x="838200" y="1254174"/>
            <a:ext cx="10440815" cy="1867163"/>
          </a:xfrm>
        </p:spPr>
        <p:txBody>
          <a:bodyPr>
            <a:normAutofit fontScale="92500" lnSpcReduction="10000"/>
          </a:bodyPr>
          <a:lstStyle/>
          <a:p>
            <a:pPr>
              <a:lnSpc>
                <a:spcPct val="150000"/>
              </a:lnSpc>
            </a:pPr>
            <a:r>
              <a:rPr lang="zh-CN" altLang="en-US" dirty="0"/>
              <a:t>大多数的遥感影像都是多波段的。每一个波段记录了不同的波谱信息</a:t>
            </a:r>
            <a:r>
              <a:rPr lang="zh-CN" altLang="en-US" dirty="0" smtClean="0"/>
              <a:t>，对于</a:t>
            </a:r>
            <a:r>
              <a:rPr lang="zh-CN" altLang="en-US" dirty="0"/>
              <a:t>影像处理结果，也可以使用多波段的方式来存储</a:t>
            </a:r>
            <a:r>
              <a:rPr lang="zh-CN" altLang="en-US" dirty="0" smtClean="0"/>
              <a:t>。下面</a:t>
            </a:r>
            <a:r>
              <a:rPr lang="zh-CN" altLang="en-US" dirty="0"/>
              <a:t>介绍一个建立</a:t>
            </a:r>
            <a:r>
              <a:rPr lang="en-US" altLang="zh-CN" dirty="0"/>
              <a:t>3 </a:t>
            </a:r>
            <a:r>
              <a:rPr lang="zh-CN" altLang="en-US" dirty="0"/>
              <a:t>波段</a:t>
            </a:r>
            <a:r>
              <a:rPr lang="en-US" altLang="zh-CN" dirty="0" err="1"/>
              <a:t>GTiff</a:t>
            </a:r>
            <a:r>
              <a:rPr lang="en-US" altLang="zh-CN" dirty="0"/>
              <a:t> </a:t>
            </a:r>
            <a:r>
              <a:rPr lang="zh-CN" altLang="en-US" dirty="0"/>
              <a:t>的小例子。</a:t>
            </a:r>
          </a:p>
        </p:txBody>
      </p:sp>
      <p:sp>
        <p:nvSpPr>
          <p:cNvPr id="2" name="矩形 1"/>
          <p:cNvSpPr/>
          <p:nvPr/>
        </p:nvSpPr>
        <p:spPr>
          <a:xfrm>
            <a:off x="838200" y="3373744"/>
            <a:ext cx="10834006" cy="2862322"/>
          </a:xfrm>
          <a:prstGeom prst="rect">
            <a:avLst/>
          </a:prstGeom>
          <a:solidFill>
            <a:schemeClr val="bg1">
              <a:lumMod val="85000"/>
            </a:schemeClr>
          </a:solidFill>
        </p:spPr>
        <p:txBody>
          <a:bodyPr wrap="square">
            <a:spAutoFit/>
          </a:bodyPr>
          <a:lstStyle/>
          <a:p>
            <a:r>
              <a:rPr lang="en-US" altLang="zh-CN" sz="1600" dirty="0">
                <a:solidFill>
                  <a:srgbClr val="8080FF"/>
                </a:solidFill>
                <a:latin typeface="LMSans8-Regular-Identity-H"/>
              </a:rPr>
              <a:t>1 </a:t>
            </a:r>
            <a:r>
              <a:rPr lang="en-US" altLang="zh-CN" dirty="0">
                <a:solidFill>
                  <a:srgbClr val="666666"/>
                </a:solidFill>
                <a:latin typeface="YaHei_Monaco-R"/>
              </a:rPr>
              <a:t>&gt;&gt;&gt; </a:t>
            </a:r>
            <a:r>
              <a:rPr lang="en-US" altLang="zh-CN" dirty="0">
                <a:solidFill>
                  <a:srgbClr val="008000"/>
                </a:solidFill>
                <a:latin typeface="YaHei_Monaco-R"/>
              </a:rPr>
              <a:t>from </a:t>
            </a:r>
            <a:r>
              <a:rPr lang="en-US" altLang="zh-CN" dirty="0" err="1">
                <a:solidFill>
                  <a:srgbClr val="0000FF"/>
                </a:solidFill>
                <a:latin typeface="YaHei_Monaco-R"/>
              </a:rPr>
              <a:t>osgeo</a:t>
            </a:r>
            <a:r>
              <a:rPr lang="en-US" altLang="zh-CN" dirty="0">
                <a:solidFill>
                  <a:srgbClr val="0000FF"/>
                </a:solidFill>
                <a:latin typeface="YaHei_Monaco-R"/>
              </a:rPr>
              <a:t> </a:t>
            </a:r>
            <a:r>
              <a:rPr lang="en-US" altLang="zh-CN" dirty="0">
                <a:solidFill>
                  <a:srgbClr val="008000"/>
                </a:solidFill>
                <a:latin typeface="YaHei_Monaco-R"/>
              </a:rPr>
              <a:t>import </a:t>
            </a:r>
            <a:r>
              <a:rPr lang="en-US" altLang="zh-CN" dirty="0" err="1">
                <a:solidFill>
                  <a:srgbClr val="000000"/>
                </a:solidFill>
                <a:latin typeface="YaHei_Monaco-R"/>
              </a:rPr>
              <a:t>gdal</a:t>
            </a:r>
            <a:endParaRPr lang="en-US" altLang="zh-CN" dirty="0">
              <a:solidFill>
                <a:srgbClr val="000000"/>
              </a:solidFill>
              <a:latin typeface="YaHei_Monaco-R"/>
            </a:endParaRPr>
          </a:p>
          <a:p>
            <a:r>
              <a:rPr lang="en-US" altLang="zh-CN" sz="1600" dirty="0">
                <a:solidFill>
                  <a:srgbClr val="8080FF"/>
                </a:solidFill>
                <a:latin typeface="LMSans8-Regular-Identity-H"/>
              </a:rPr>
              <a:t>2 </a:t>
            </a:r>
            <a:r>
              <a:rPr lang="en-US" altLang="zh-CN" dirty="0">
                <a:solidFill>
                  <a:srgbClr val="666666"/>
                </a:solidFill>
                <a:latin typeface="YaHei_Monaco-R"/>
              </a:rPr>
              <a:t>&gt;&gt;&gt; </a:t>
            </a:r>
            <a:r>
              <a:rPr lang="en-US" altLang="zh-CN" dirty="0">
                <a:solidFill>
                  <a:srgbClr val="008000"/>
                </a:solidFill>
                <a:latin typeface="YaHei_Monaco-R"/>
              </a:rPr>
              <a:t>import </a:t>
            </a:r>
            <a:r>
              <a:rPr lang="en-US" altLang="zh-CN" dirty="0" err="1">
                <a:solidFill>
                  <a:srgbClr val="0000FF"/>
                </a:solidFill>
                <a:latin typeface="YaHei_Monaco-R"/>
              </a:rPr>
              <a:t>numpy</a:t>
            </a:r>
            <a:endParaRPr lang="en-US" altLang="zh-CN" dirty="0">
              <a:solidFill>
                <a:srgbClr val="0000FF"/>
              </a:solidFill>
              <a:latin typeface="YaHei_Monaco-R"/>
            </a:endParaRPr>
          </a:p>
          <a:p>
            <a:r>
              <a:rPr lang="en-US" altLang="zh-CN" sz="1600" dirty="0">
                <a:solidFill>
                  <a:srgbClr val="8080FF"/>
                </a:solidFill>
                <a:latin typeface="LMSans8-Regular-Identity-H"/>
              </a:rPr>
              <a:t>3 </a:t>
            </a:r>
            <a:r>
              <a:rPr lang="en-US" altLang="zh-CN" dirty="0">
                <a:solidFill>
                  <a:srgbClr val="666666"/>
                </a:solidFill>
                <a:latin typeface="YaHei_Monaco-R"/>
              </a:rPr>
              <a:t>&gt;&gt;&gt; </a:t>
            </a:r>
            <a:r>
              <a:rPr lang="en-US" altLang="zh-CN" dirty="0">
                <a:solidFill>
                  <a:srgbClr val="000000"/>
                </a:solidFill>
                <a:latin typeface="YaHei_Monaco-R"/>
              </a:rPr>
              <a:t>dataset </a:t>
            </a:r>
            <a:r>
              <a:rPr lang="en-US" altLang="zh-CN" dirty="0">
                <a:solidFill>
                  <a:srgbClr val="666666"/>
                </a:solidFill>
                <a:latin typeface="YaHei_Monaco-R"/>
              </a:rPr>
              <a:t>= </a:t>
            </a:r>
            <a:r>
              <a:rPr lang="en-US" altLang="zh-CN" dirty="0" err="1">
                <a:solidFill>
                  <a:srgbClr val="000000"/>
                </a:solidFill>
                <a:latin typeface="YaHei_Monaco-R"/>
              </a:rPr>
              <a:t>gdal</a:t>
            </a:r>
            <a:r>
              <a:rPr lang="en-US" altLang="zh-CN" dirty="0" err="1">
                <a:solidFill>
                  <a:srgbClr val="666666"/>
                </a:solidFill>
                <a:latin typeface="YaHei_Monaco-R"/>
              </a:rPr>
              <a:t>.</a:t>
            </a:r>
            <a:r>
              <a:rPr lang="en-US" altLang="zh-CN" dirty="0" err="1">
                <a:solidFill>
                  <a:srgbClr val="000000"/>
                </a:solidFill>
                <a:latin typeface="YaHei_Monaco-R"/>
              </a:rPr>
              <a:t>Open</a:t>
            </a:r>
            <a:r>
              <a:rPr lang="en-US" altLang="zh-CN" dirty="0" smtClean="0">
                <a:solidFill>
                  <a:srgbClr val="000000"/>
                </a:solidFill>
                <a:latin typeface="YaHei_Monaco-R"/>
              </a:rPr>
              <a:t>(</a:t>
            </a:r>
            <a:r>
              <a:rPr lang="en-US" altLang="zh-CN" dirty="0" smtClean="0">
                <a:solidFill>
                  <a:srgbClr val="BB2121"/>
                </a:solidFill>
                <a:latin typeface="YaHei_Monaco-R"/>
              </a:rPr>
              <a:t>"</a:t>
            </a:r>
            <a:r>
              <a:rPr lang="en-US" altLang="zh-CN" dirty="0" err="1" smtClean="0">
                <a:solidFill>
                  <a:srgbClr val="BB2121"/>
                </a:solidFill>
                <a:latin typeface="YaHei_Monaco-R"/>
              </a:rPr>
              <a:t>geotiff_file.tif</a:t>
            </a:r>
            <a:r>
              <a:rPr lang="en-US" altLang="zh-CN" dirty="0">
                <a:solidFill>
                  <a:srgbClr val="BB2121"/>
                </a:solidFill>
                <a:latin typeface="YaHei_Monaco-R"/>
              </a:rPr>
              <a:t>"</a:t>
            </a:r>
            <a:r>
              <a:rPr lang="en-US" altLang="zh-CN" dirty="0">
                <a:solidFill>
                  <a:srgbClr val="000000"/>
                </a:solidFill>
                <a:latin typeface="YaHei_Monaco-R"/>
              </a:rPr>
              <a:t>)</a:t>
            </a:r>
          </a:p>
          <a:p>
            <a:r>
              <a:rPr lang="en-US" altLang="zh-CN" sz="1600" dirty="0">
                <a:solidFill>
                  <a:srgbClr val="8080FF"/>
                </a:solidFill>
                <a:latin typeface="LMSans8-Regular-Identity-H"/>
              </a:rPr>
              <a:t>4 </a:t>
            </a:r>
            <a:r>
              <a:rPr lang="en-US" altLang="zh-CN" dirty="0">
                <a:solidFill>
                  <a:srgbClr val="666666"/>
                </a:solidFill>
                <a:latin typeface="YaHei_Monaco-R"/>
              </a:rPr>
              <a:t>&gt;&gt;&gt; </a:t>
            </a:r>
            <a:r>
              <a:rPr lang="en-US" altLang="zh-CN" dirty="0">
                <a:solidFill>
                  <a:srgbClr val="000000"/>
                </a:solidFill>
                <a:latin typeface="YaHei_Monaco-R"/>
              </a:rPr>
              <a:t>width </a:t>
            </a:r>
            <a:r>
              <a:rPr lang="en-US" altLang="zh-CN" dirty="0">
                <a:solidFill>
                  <a:srgbClr val="666666"/>
                </a:solidFill>
                <a:latin typeface="YaHei_Monaco-R"/>
              </a:rPr>
              <a:t>= </a:t>
            </a:r>
            <a:r>
              <a:rPr lang="en-US" altLang="zh-CN" dirty="0" err="1">
                <a:solidFill>
                  <a:srgbClr val="000000"/>
                </a:solidFill>
                <a:latin typeface="YaHei_Monaco-R"/>
              </a:rPr>
              <a:t>dataset</a:t>
            </a:r>
            <a:r>
              <a:rPr lang="en-US" altLang="zh-CN" dirty="0" err="1">
                <a:solidFill>
                  <a:srgbClr val="666666"/>
                </a:solidFill>
                <a:latin typeface="YaHei_Monaco-R"/>
              </a:rPr>
              <a:t>.</a:t>
            </a:r>
            <a:r>
              <a:rPr lang="en-US" altLang="zh-CN" dirty="0" err="1">
                <a:solidFill>
                  <a:srgbClr val="000000"/>
                </a:solidFill>
                <a:latin typeface="YaHei_Monaco-R"/>
              </a:rPr>
              <a:t>RasterXSize</a:t>
            </a:r>
            <a:endParaRPr lang="en-US" altLang="zh-CN" dirty="0">
              <a:solidFill>
                <a:srgbClr val="000000"/>
              </a:solidFill>
              <a:latin typeface="YaHei_Monaco-R"/>
            </a:endParaRPr>
          </a:p>
          <a:p>
            <a:r>
              <a:rPr lang="en-US" altLang="zh-CN" sz="1600" dirty="0">
                <a:solidFill>
                  <a:srgbClr val="8080FF"/>
                </a:solidFill>
                <a:latin typeface="LMSans8-Regular-Identity-H"/>
              </a:rPr>
              <a:t>5 </a:t>
            </a:r>
            <a:r>
              <a:rPr lang="en-US" altLang="zh-CN" dirty="0">
                <a:solidFill>
                  <a:srgbClr val="666666"/>
                </a:solidFill>
                <a:latin typeface="YaHei_Monaco-R"/>
              </a:rPr>
              <a:t>&gt;&gt;&gt; </a:t>
            </a:r>
            <a:r>
              <a:rPr lang="en-US" altLang="zh-CN" dirty="0">
                <a:solidFill>
                  <a:srgbClr val="000000"/>
                </a:solidFill>
                <a:latin typeface="YaHei_Monaco-R"/>
              </a:rPr>
              <a:t>height </a:t>
            </a:r>
            <a:r>
              <a:rPr lang="en-US" altLang="zh-CN" dirty="0">
                <a:solidFill>
                  <a:srgbClr val="666666"/>
                </a:solidFill>
                <a:latin typeface="YaHei_Monaco-R"/>
              </a:rPr>
              <a:t>= </a:t>
            </a:r>
            <a:r>
              <a:rPr lang="en-US" altLang="zh-CN" dirty="0" err="1">
                <a:solidFill>
                  <a:srgbClr val="000000"/>
                </a:solidFill>
                <a:latin typeface="YaHei_Monaco-R"/>
              </a:rPr>
              <a:t>dataset</a:t>
            </a:r>
            <a:r>
              <a:rPr lang="en-US" altLang="zh-CN" dirty="0" err="1">
                <a:solidFill>
                  <a:srgbClr val="666666"/>
                </a:solidFill>
                <a:latin typeface="YaHei_Monaco-R"/>
              </a:rPr>
              <a:t>.</a:t>
            </a:r>
            <a:r>
              <a:rPr lang="en-US" altLang="zh-CN" dirty="0" err="1">
                <a:solidFill>
                  <a:srgbClr val="000000"/>
                </a:solidFill>
                <a:latin typeface="YaHei_Monaco-R"/>
              </a:rPr>
              <a:t>RasterYSize</a:t>
            </a:r>
            <a:endParaRPr lang="en-US" altLang="zh-CN" dirty="0">
              <a:solidFill>
                <a:srgbClr val="000000"/>
              </a:solidFill>
              <a:latin typeface="YaHei_Monaco-R"/>
            </a:endParaRPr>
          </a:p>
          <a:p>
            <a:r>
              <a:rPr lang="en-US" altLang="zh-CN" sz="1600" dirty="0">
                <a:solidFill>
                  <a:srgbClr val="8080FF"/>
                </a:solidFill>
                <a:latin typeface="LMSans8-Regular-Identity-H"/>
              </a:rPr>
              <a:t>6 </a:t>
            </a:r>
            <a:r>
              <a:rPr lang="en-US" altLang="zh-CN" dirty="0">
                <a:solidFill>
                  <a:srgbClr val="666666"/>
                </a:solidFill>
                <a:latin typeface="YaHei_Monaco-R"/>
              </a:rPr>
              <a:t>&gt;&gt;&gt; </a:t>
            </a:r>
            <a:r>
              <a:rPr lang="en-US" altLang="zh-CN" dirty="0" err="1">
                <a:solidFill>
                  <a:srgbClr val="000000"/>
                </a:solidFill>
                <a:latin typeface="YaHei_Monaco-R"/>
              </a:rPr>
              <a:t>datas</a:t>
            </a:r>
            <a:r>
              <a:rPr lang="en-US" altLang="zh-CN" dirty="0">
                <a:solidFill>
                  <a:srgbClr val="000000"/>
                </a:solidFill>
                <a:latin typeface="YaHei_Monaco-R"/>
              </a:rPr>
              <a:t> </a:t>
            </a:r>
            <a:r>
              <a:rPr lang="en-US" altLang="zh-CN" dirty="0">
                <a:solidFill>
                  <a:srgbClr val="666666"/>
                </a:solidFill>
                <a:latin typeface="YaHei_Monaco-R"/>
              </a:rPr>
              <a:t>= </a:t>
            </a:r>
            <a:r>
              <a:rPr lang="en-US" altLang="zh-CN" dirty="0" err="1">
                <a:solidFill>
                  <a:srgbClr val="000000"/>
                </a:solidFill>
                <a:latin typeface="YaHei_Monaco-R"/>
              </a:rPr>
              <a:t>dataset</a:t>
            </a:r>
            <a:r>
              <a:rPr lang="en-US" altLang="zh-CN" dirty="0" err="1">
                <a:solidFill>
                  <a:srgbClr val="666666"/>
                </a:solidFill>
                <a:latin typeface="YaHei_Monaco-R"/>
              </a:rPr>
              <a:t>.</a:t>
            </a:r>
            <a:r>
              <a:rPr lang="en-US" altLang="zh-CN" dirty="0" err="1">
                <a:solidFill>
                  <a:srgbClr val="000000"/>
                </a:solidFill>
                <a:latin typeface="YaHei_Monaco-R"/>
              </a:rPr>
              <a:t>ReadAsArray</a:t>
            </a:r>
            <a:r>
              <a:rPr lang="en-US" altLang="zh-CN" dirty="0">
                <a:solidFill>
                  <a:srgbClr val="000000"/>
                </a:solidFill>
                <a:latin typeface="YaHei_Monaco-R"/>
              </a:rPr>
              <a:t>(</a:t>
            </a:r>
            <a:r>
              <a:rPr lang="en-US" altLang="zh-CN" dirty="0">
                <a:solidFill>
                  <a:srgbClr val="666666"/>
                </a:solidFill>
                <a:latin typeface="YaHei_Monaco-R"/>
              </a:rPr>
              <a:t>0</a:t>
            </a:r>
            <a:r>
              <a:rPr lang="en-US" altLang="zh-CN" dirty="0">
                <a:solidFill>
                  <a:srgbClr val="000000"/>
                </a:solidFill>
                <a:latin typeface="YaHei_Monaco-R"/>
              </a:rPr>
              <a:t>,</a:t>
            </a:r>
            <a:r>
              <a:rPr lang="en-US" altLang="zh-CN" dirty="0">
                <a:solidFill>
                  <a:srgbClr val="666666"/>
                </a:solidFill>
                <a:latin typeface="YaHei_Monaco-R"/>
              </a:rPr>
              <a:t>0</a:t>
            </a:r>
            <a:r>
              <a:rPr lang="en-US" altLang="zh-CN" dirty="0">
                <a:solidFill>
                  <a:srgbClr val="000000"/>
                </a:solidFill>
                <a:latin typeface="YaHei_Monaco-R"/>
              </a:rPr>
              <a:t>,width,height)</a:t>
            </a:r>
          </a:p>
          <a:p>
            <a:r>
              <a:rPr lang="en-US" altLang="zh-CN" sz="1600" dirty="0">
                <a:solidFill>
                  <a:srgbClr val="8080FF"/>
                </a:solidFill>
                <a:latin typeface="LMSans8-Regular-Identity-H"/>
              </a:rPr>
              <a:t>7 </a:t>
            </a:r>
            <a:r>
              <a:rPr lang="en-US" altLang="zh-CN" dirty="0">
                <a:solidFill>
                  <a:srgbClr val="666666"/>
                </a:solidFill>
                <a:latin typeface="YaHei_Monaco-R"/>
              </a:rPr>
              <a:t>&gt;&gt;&gt; </a:t>
            </a:r>
            <a:r>
              <a:rPr lang="en-US" altLang="zh-CN" dirty="0">
                <a:solidFill>
                  <a:srgbClr val="000000"/>
                </a:solidFill>
                <a:latin typeface="YaHei_Monaco-R"/>
              </a:rPr>
              <a:t>driver </a:t>
            </a:r>
            <a:r>
              <a:rPr lang="en-US" altLang="zh-CN" dirty="0">
                <a:solidFill>
                  <a:srgbClr val="666666"/>
                </a:solidFill>
                <a:latin typeface="YaHei_Monaco-R"/>
              </a:rPr>
              <a:t>= </a:t>
            </a:r>
            <a:r>
              <a:rPr lang="en-US" altLang="zh-CN" dirty="0" err="1">
                <a:solidFill>
                  <a:srgbClr val="000000"/>
                </a:solidFill>
                <a:latin typeface="YaHei_Monaco-R"/>
              </a:rPr>
              <a:t>gdal</a:t>
            </a:r>
            <a:r>
              <a:rPr lang="en-US" altLang="zh-CN" dirty="0" err="1">
                <a:solidFill>
                  <a:srgbClr val="666666"/>
                </a:solidFill>
                <a:latin typeface="YaHei_Monaco-R"/>
              </a:rPr>
              <a:t>.</a:t>
            </a:r>
            <a:r>
              <a:rPr lang="en-US" altLang="zh-CN" dirty="0" err="1">
                <a:solidFill>
                  <a:srgbClr val="000000"/>
                </a:solidFill>
                <a:latin typeface="YaHei_Monaco-R"/>
              </a:rPr>
              <a:t>GetDriverByName</a:t>
            </a:r>
            <a:r>
              <a:rPr lang="en-US" altLang="zh-CN" dirty="0">
                <a:solidFill>
                  <a:srgbClr val="000000"/>
                </a:solidFill>
                <a:latin typeface="YaHei_Monaco-R"/>
              </a:rPr>
              <a:t>(</a:t>
            </a:r>
            <a:r>
              <a:rPr lang="en-US" altLang="zh-CN" dirty="0">
                <a:solidFill>
                  <a:srgbClr val="BB2121"/>
                </a:solidFill>
                <a:latin typeface="YaHei_Monaco-R"/>
              </a:rPr>
              <a:t>"</a:t>
            </a:r>
            <a:r>
              <a:rPr lang="en-US" altLang="zh-CN" dirty="0" err="1">
                <a:solidFill>
                  <a:srgbClr val="BB2121"/>
                </a:solidFill>
                <a:latin typeface="YaHei_Monaco-R"/>
              </a:rPr>
              <a:t>GTiff</a:t>
            </a:r>
            <a:r>
              <a:rPr lang="en-US" altLang="zh-CN" dirty="0">
                <a:solidFill>
                  <a:srgbClr val="BB2121"/>
                </a:solidFill>
                <a:latin typeface="YaHei_Monaco-R"/>
              </a:rPr>
              <a:t>"</a:t>
            </a:r>
            <a:r>
              <a:rPr lang="en-US" altLang="zh-CN" dirty="0">
                <a:solidFill>
                  <a:srgbClr val="000000"/>
                </a:solidFill>
                <a:latin typeface="YaHei_Monaco-R"/>
              </a:rPr>
              <a:t>)</a:t>
            </a:r>
          </a:p>
          <a:p>
            <a:r>
              <a:rPr lang="en-US" altLang="zh-CN" sz="1600" dirty="0">
                <a:solidFill>
                  <a:srgbClr val="8080FF"/>
                </a:solidFill>
                <a:latin typeface="LMSans8-Regular-Identity-H"/>
              </a:rPr>
              <a:t>8 </a:t>
            </a:r>
            <a:r>
              <a:rPr lang="en-US" altLang="zh-CN" dirty="0">
                <a:solidFill>
                  <a:srgbClr val="666666"/>
                </a:solidFill>
                <a:latin typeface="YaHei_Monaco-R"/>
              </a:rPr>
              <a:t>&gt;&gt;&gt; </a:t>
            </a:r>
            <a:r>
              <a:rPr lang="en-US" altLang="zh-CN" dirty="0" err="1">
                <a:solidFill>
                  <a:srgbClr val="000000"/>
                </a:solidFill>
                <a:latin typeface="YaHei_Monaco-R"/>
              </a:rPr>
              <a:t>tods</a:t>
            </a:r>
            <a:r>
              <a:rPr lang="en-US" altLang="zh-CN" dirty="0">
                <a:solidFill>
                  <a:srgbClr val="000000"/>
                </a:solidFill>
                <a:latin typeface="YaHei_Monaco-R"/>
              </a:rPr>
              <a:t> </a:t>
            </a:r>
            <a:r>
              <a:rPr lang="en-US" altLang="zh-CN" dirty="0">
                <a:solidFill>
                  <a:srgbClr val="666666"/>
                </a:solidFill>
                <a:latin typeface="YaHei_Monaco-R"/>
              </a:rPr>
              <a:t>= </a:t>
            </a:r>
            <a:r>
              <a:rPr lang="en-US" altLang="zh-CN" dirty="0" err="1">
                <a:solidFill>
                  <a:srgbClr val="000000"/>
                </a:solidFill>
                <a:latin typeface="YaHei_Monaco-R"/>
              </a:rPr>
              <a:t>driver</a:t>
            </a:r>
            <a:r>
              <a:rPr lang="en-US" altLang="zh-CN" dirty="0" err="1">
                <a:solidFill>
                  <a:srgbClr val="666666"/>
                </a:solidFill>
                <a:latin typeface="YaHei_Monaco-R"/>
              </a:rPr>
              <a:t>.</a:t>
            </a:r>
            <a:r>
              <a:rPr lang="en-US" altLang="zh-CN" dirty="0" err="1">
                <a:solidFill>
                  <a:srgbClr val="000000"/>
                </a:solidFill>
                <a:latin typeface="YaHei_Monaco-R"/>
              </a:rPr>
              <a:t>Create</a:t>
            </a:r>
            <a:r>
              <a:rPr lang="en-US" altLang="zh-CN" dirty="0" smtClean="0">
                <a:solidFill>
                  <a:srgbClr val="000000"/>
                </a:solidFill>
                <a:latin typeface="YaHei_Monaco-R"/>
              </a:rPr>
              <a:t>(</a:t>
            </a:r>
            <a:r>
              <a:rPr lang="en-US" altLang="zh-CN" dirty="0" smtClean="0">
                <a:solidFill>
                  <a:srgbClr val="BB2121"/>
                </a:solidFill>
                <a:latin typeface="YaHei_Monaco-R"/>
              </a:rPr>
              <a:t>"x_geotiff_file_3.tif</a:t>
            </a:r>
            <a:r>
              <a:rPr lang="en-US" altLang="zh-CN" dirty="0">
                <a:solidFill>
                  <a:srgbClr val="BB2121"/>
                </a:solidFill>
                <a:latin typeface="YaHei_Monaco-R"/>
              </a:rPr>
              <a:t>"</a:t>
            </a:r>
            <a:r>
              <a:rPr lang="en-US" altLang="zh-CN" dirty="0">
                <a:solidFill>
                  <a:srgbClr val="000000"/>
                </a:solidFill>
                <a:latin typeface="YaHei_Monaco-R"/>
              </a:rPr>
              <a:t>,</a:t>
            </a:r>
            <a:r>
              <a:rPr lang="en-US" altLang="zh-CN" dirty="0" smtClean="0">
                <a:solidFill>
                  <a:srgbClr val="000000"/>
                </a:solidFill>
                <a:latin typeface="YaHei_Monaco-R"/>
              </a:rPr>
              <a:t>width,height,</a:t>
            </a:r>
            <a:r>
              <a:rPr lang="en-US" altLang="zh-CN" dirty="0" smtClean="0">
                <a:solidFill>
                  <a:srgbClr val="666666"/>
                </a:solidFill>
                <a:latin typeface="YaHei_Monaco-R"/>
              </a:rPr>
              <a:t>3</a:t>
            </a:r>
            <a:r>
              <a:rPr lang="en-US" altLang="zh-CN" dirty="0" smtClean="0">
                <a:solidFill>
                  <a:srgbClr val="000000"/>
                </a:solidFill>
                <a:latin typeface="YaHei_Monaco-R"/>
              </a:rPr>
              <a:t>,options</a:t>
            </a:r>
            <a:r>
              <a:rPr lang="en-US" altLang="zh-CN" dirty="0">
                <a:solidFill>
                  <a:srgbClr val="000000"/>
                </a:solidFill>
                <a:latin typeface="YaHei_Monaco-R"/>
              </a:rPr>
              <a:t>=["INTERLEAVE=PIXEL"]) </a:t>
            </a:r>
            <a:endParaRPr lang="en-US" altLang="zh-CN" dirty="0" smtClean="0">
              <a:solidFill>
                <a:srgbClr val="000000"/>
              </a:solidFill>
              <a:latin typeface="YaHei_Monaco-R"/>
            </a:endParaRPr>
          </a:p>
          <a:p>
            <a:r>
              <a:rPr lang="en-US" altLang="zh-CN" sz="1600" dirty="0" smtClean="0">
                <a:solidFill>
                  <a:srgbClr val="8080FF"/>
                </a:solidFill>
                <a:latin typeface="LMSans8-Regular-Identity-H"/>
              </a:rPr>
              <a:t>9 </a:t>
            </a:r>
            <a:r>
              <a:rPr lang="en-US" altLang="zh-CN" dirty="0">
                <a:solidFill>
                  <a:srgbClr val="666666"/>
                </a:solidFill>
                <a:latin typeface="YaHei_Monaco-R"/>
              </a:rPr>
              <a:t>&gt;&gt;&gt; </a:t>
            </a:r>
            <a:r>
              <a:rPr lang="en-US" altLang="zh-CN" dirty="0" err="1">
                <a:solidFill>
                  <a:srgbClr val="000000"/>
                </a:solidFill>
                <a:latin typeface="YaHei_Monaco-R"/>
              </a:rPr>
              <a:t>tods</a:t>
            </a:r>
            <a:r>
              <a:rPr lang="en-US" altLang="zh-CN" dirty="0" err="1">
                <a:solidFill>
                  <a:srgbClr val="666666"/>
                </a:solidFill>
                <a:latin typeface="YaHei_Monaco-R"/>
              </a:rPr>
              <a:t>.</a:t>
            </a:r>
            <a:r>
              <a:rPr lang="en-US" altLang="zh-CN" dirty="0" err="1">
                <a:solidFill>
                  <a:srgbClr val="000000"/>
                </a:solidFill>
                <a:latin typeface="YaHei_Monaco-R"/>
              </a:rPr>
              <a:t>WriteRaster</a:t>
            </a:r>
            <a:r>
              <a:rPr lang="en-US" altLang="zh-CN" dirty="0">
                <a:solidFill>
                  <a:srgbClr val="000000"/>
                </a:solidFill>
                <a:latin typeface="YaHei_Monaco-R"/>
              </a:rPr>
              <a:t>(</a:t>
            </a:r>
            <a:r>
              <a:rPr lang="en-US" altLang="zh-CN" dirty="0">
                <a:solidFill>
                  <a:srgbClr val="666666"/>
                </a:solidFill>
                <a:latin typeface="YaHei_Monaco-R"/>
              </a:rPr>
              <a:t>0</a:t>
            </a:r>
            <a:r>
              <a:rPr lang="en-US" altLang="zh-CN" dirty="0">
                <a:solidFill>
                  <a:srgbClr val="000000"/>
                </a:solidFill>
                <a:latin typeface="YaHei_Monaco-R"/>
              </a:rPr>
              <a:t>,</a:t>
            </a:r>
            <a:r>
              <a:rPr lang="en-US" altLang="zh-CN" dirty="0">
                <a:solidFill>
                  <a:srgbClr val="666666"/>
                </a:solidFill>
                <a:latin typeface="YaHei_Monaco-R"/>
              </a:rPr>
              <a:t>0</a:t>
            </a:r>
            <a:r>
              <a:rPr lang="en-US" altLang="zh-CN" dirty="0">
                <a:solidFill>
                  <a:srgbClr val="000000"/>
                </a:solidFill>
                <a:latin typeface="YaHei_Monaco-R"/>
              </a:rPr>
              <a:t>,width,height,datas</a:t>
            </a:r>
            <a:r>
              <a:rPr lang="en-US" altLang="zh-CN" dirty="0">
                <a:solidFill>
                  <a:srgbClr val="666666"/>
                </a:solidFill>
                <a:latin typeface="YaHei_Monaco-R"/>
              </a:rPr>
              <a:t>.</a:t>
            </a:r>
            <a:r>
              <a:rPr lang="en-US" altLang="zh-CN" dirty="0">
                <a:solidFill>
                  <a:srgbClr val="000000"/>
                </a:solidFill>
                <a:latin typeface="YaHei_Monaco-R"/>
              </a:rPr>
              <a:t>tostring(),</a:t>
            </a:r>
            <a:r>
              <a:rPr lang="en-US" altLang="zh-CN" dirty="0" err="1">
                <a:solidFill>
                  <a:srgbClr val="000000"/>
                </a:solidFill>
                <a:latin typeface="YaHei_Monaco-R"/>
              </a:rPr>
              <a:t>width,height</a:t>
            </a:r>
            <a:r>
              <a:rPr lang="en-US" altLang="zh-CN" dirty="0">
                <a:solidFill>
                  <a:srgbClr val="000000"/>
                </a:solidFill>
                <a:latin typeface="YaHei_Monaco-R"/>
              </a:rPr>
              <a:t>, </a:t>
            </a:r>
            <a:r>
              <a:rPr lang="en-US" altLang="zh-CN" dirty="0" err="1">
                <a:solidFill>
                  <a:srgbClr val="000000"/>
                </a:solidFill>
                <a:latin typeface="YaHei_Monaco-R"/>
              </a:rPr>
              <a:t>band_list</a:t>
            </a:r>
            <a:r>
              <a:rPr lang="en-US" altLang="zh-CN" dirty="0">
                <a:solidFill>
                  <a:srgbClr val="000000"/>
                </a:solidFill>
                <a:latin typeface="YaHei_Monaco-R"/>
              </a:rPr>
              <a:t>=[1,2,3])</a:t>
            </a:r>
            <a:endParaRPr lang="en-US" altLang="zh-CN" dirty="0" smtClean="0">
              <a:solidFill>
                <a:srgbClr val="000000"/>
              </a:solidFill>
              <a:latin typeface="YaHei_Monaco-R"/>
            </a:endParaRPr>
          </a:p>
          <a:p>
            <a:r>
              <a:rPr lang="en-US" altLang="zh-CN" sz="1600" dirty="0" smtClean="0">
                <a:solidFill>
                  <a:srgbClr val="8080FF"/>
                </a:solidFill>
                <a:latin typeface="LMSans8-Regular-Identity-H"/>
              </a:rPr>
              <a:t>10 </a:t>
            </a:r>
            <a:r>
              <a:rPr lang="en-US" altLang="zh-CN" dirty="0">
                <a:solidFill>
                  <a:srgbClr val="666666"/>
                </a:solidFill>
                <a:latin typeface="YaHei_Monaco-R"/>
              </a:rPr>
              <a:t>0</a:t>
            </a:r>
            <a:endParaRPr lang="zh-CN" altLang="en-US" dirty="0"/>
          </a:p>
        </p:txBody>
      </p:sp>
    </p:spTree>
    <p:extLst>
      <p:ext uri="{BB962C8B-B14F-4D97-AF65-F5344CB8AC3E}">
        <p14:creationId xmlns:p14="http://schemas.microsoft.com/office/powerpoint/2010/main" val="3106042703"/>
      </p:ext>
    </p:extLst>
  </p:cSld>
  <p:clrMapOvr>
    <a:masterClrMapping/>
  </p:clrMapOvr>
  <p:transition spd="slow"/>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标题 1"/>
          <p:cNvSpPr txBox="1">
            <a:spLocks/>
          </p:cNvSpPr>
          <p:nvPr/>
        </p:nvSpPr>
        <p:spPr>
          <a:xfrm>
            <a:off x="838200" y="148859"/>
            <a:ext cx="11353800" cy="714357"/>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lang="zh-CN" altLang="en-US" sz="4000" b="1" dirty="0" smtClean="0">
                <a:solidFill>
                  <a:srgbClr val="FFFFFF"/>
                </a:solidFill>
                <a:latin typeface="微软雅黑" panose="020B0503020204020204" pitchFamily="34" charset="-122"/>
                <a:ea typeface="微软雅黑" panose="020B0503020204020204" pitchFamily="34" charset="-122"/>
              </a:rPr>
              <a:t>作业</a:t>
            </a:r>
            <a:r>
              <a:rPr lang="zh-CN" altLang="en-US" sz="4000" b="1" dirty="0">
                <a:solidFill>
                  <a:srgbClr val="FFFFFF"/>
                </a:solidFill>
                <a:latin typeface="微软雅黑" panose="020B0503020204020204" pitchFamily="34" charset="-122"/>
                <a:ea typeface="微软雅黑" panose="020B0503020204020204" pitchFamily="34" charset="-122"/>
              </a:rPr>
              <a:t>二</a:t>
            </a:r>
            <a:endParaRPr kumimoji="0" lang="zh-CN" altLang="en-US" sz="4000" b="1" i="0" u="none" strike="noStrike" kern="120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j-cs"/>
            </a:endParaRPr>
          </a:p>
        </p:txBody>
      </p:sp>
      <p:sp>
        <p:nvSpPr>
          <p:cNvPr id="5" name="内容占位符 2"/>
          <p:cNvSpPr>
            <a:spLocks noGrp="1"/>
          </p:cNvSpPr>
          <p:nvPr>
            <p:ph idx="1"/>
          </p:nvPr>
        </p:nvSpPr>
        <p:spPr>
          <a:xfrm>
            <a:off x="391887" y="968423"/>
            <a:ext cx="6139542" cy="5358897"/>
          </a:xfrm>
        </p:spPr>
        <p:txBody>
          <a:bodyPr>
            <a:normAutofit fontScale="70000" lnSpcReduction="20000"/>
          </a:bodyPr>
          <a:lstStyle/>
          <a:p>
            <a:pPr>
              <a:lnSpc>
                <a:spcPct val="120000"/>
              </a:lnSpc>
            </a:pPr>
            <a:r>
              <a:rPr lang="zh-CN" altLang="en-US" sz="2400" dirty="0" smtClean="0"/>
              <a:t>从图像中读取像素。对于</a:t>
            </a:r>
            <a:r>
              <a:rPr lang="en-US" altLang="zh-CN" sz="2400" dirty="0" err="1" smtClean="0"/>
              <a:t>sites.shp</a:t>
            </a:r>
            <a:r>
              <a:rPr lang="zh-CN" altLang="en-US" sz="2400" dirty="0" smtClean="0"/>
              <a:t>中每个点，输出点的</a:t>
            </a:r>
            <a:r>
              <a:rPr lang="en-US" altLang="zh-CN" sz="2400" dirty="0" smtClean="0"/>
              <a:t>ID</a:t>
            </a:r>
            <a:r>
              <a:rPr lang="zh-CN" altLang="en-US" sz="2400" dirty="0" smtClean="0"/>
              <a:t>值和该点在</a:t>
            </a:r>
            <a:r>
              <a:rPr lang="en-US" altLang="zh-CN" sz="2400" dirty="0" err="1" smtClean="0"/>
              <a:t>aster.img</a:t>
            </a:r>
            <a:r>
              <a:rPr lang="zh-CN" altLang="en-US" sz="2400" dirty="0" smtClean="0"/>
              <a:t>中的全部三个波段的像素值。</a:t>
            </a:r>
            <a:endParaRPr lang="en-US" altLang="zh-CN" sz="2400" dirty="0" smtClean="0"/>
          </a:p>
          <a:p>
            <a:pPr>
              <a:lnSpc>
                <a:spcPct val="120000"/>
              </a:lnSpc>
            </a:pPr>
            <a:r>
              <a:rPr lang="zh-CN" altLang="en-US" sz="2400" dirty="0" smtClean="0"/>
              <a:t>建议一次读取一个像素，不要每次获得新点都读一遍波段值</a:t>
            </a:r>
            <a:endParaRPr lang="en-US" altLang="zh-CN" sz="2400" dirty="0" smtClean="0"/>
          </a:p>
          <a:p>
            <a:pPr>
              <a:lnSpc>
                <a:spcPct val="120000"/>
              </a:lnSpc>
            </a:pPr>
            <a:endParaRPr lang="en-US" altLang="zh-CN" sz="2400" dirty="0"/>
          </a:p>
          <a:p>
            <a:pPr>
              <a:lnSpc>
                <a:spcPct val="120000"/>
              </a:lnSpc>
            </a:pPr>
            <a:r>
              <a:rPr lang="en-US" altLang="zh-CN" sz="2400" dirty="0"/>
              <a:t>1.</a:t>
            </a:r>
            <a:r>
              <a:rPr lang="zh-CN" altLang="en-US" sz="2400" dirty="0"/>
              <a:t>获取</a:t>
            </a:r>
            <a:r>
              <a:rPr lang="en-US" altLang="zh-CN" sz="2400" dirty="0" err="1"/>
              <a:t>shp</a:t>
            </a:r>
            <a:r>
              <a:rPr lang="zh-CN" altLang="en-US" sz="2400" dirty="0"/>
              <a:t>的驱动并打开数据</a:t>
            </a:r>
          </a:p>
          <a:p>
            <a:pPr>
              <a:lnSpc>
                <a:spcPct val="120000"/>
              </a:lnSpc>
            </a:pPr>
            <a:r>
              <a:rPr lang="en-US" altLang="zh-CN" sz="2400" dirty="0"/>
              <a:t>2.</a:t>
            </a:r>
            <a:r>
              <a:rPr lang="zh-CN" altLang="en-US" sz="2400" dirty="0"/>
              <a:t>获取</a:t>
            </a:r>
            <a:r>
              <a:rPr lang="en-US" altLang="zh-CN" sz="2400" dirty="0" err="1"/>
              <a:t>shp</a:t>
            </a:r>
            <a:r>
              <a:rPr lang="zh-CN" altLang="en-US" sz="2400" dirty="0"/>
              <a:t>的图层</a:t>
            </a:r>
          </a:p>
          <a:p>
            <a:pPr>
              <a:lnSpc>
                <a:spcPct val="120000"/>
              </a:lnSpc>
            </a:pPr>
            <a:r>
              <a:rPr lang="en-US" altLang="zh-CN" sz="2400" dirty="0"/>
              <a:t>3.</a:t>
            </a:r>
            <a:r>
              <a:rPr lang="zh-CN" altLang="en-US" sz="2400" dirty="0"/>
              <a:t>注册</a:t>
            </a:r>
            <a:r>
              <a:rPr lang="en-US" altLang="zh-CN" sz="2400" dirty="0" err="1"/>
              <a:t>img</a:t>
            </a:r>
            <a:r>
              <a:rPr lang="zh-CN" altLang="en-US" sz="2400" dirty="0"/>
              <a:t>，并打开</a:t>
            </a:r>
            <a:r>
              <a:rPr lang="en-US" altLang="zh-CN" sz="2400" dirty="0" err="1"/>
              <a:t>img</a:t>
            </a:r>
            <a:endParaRPr lang="en-US" altLang="zh-CN" sz="2400" dirty="0"/>
          </a:p>
          <a:p>
            <a:pPr>
              <a:lnSpc>
                <a:spcPct val="120000"/>
              </a:lnSpc>
            </a:pPr>
            <a:r>
              <a:rPr lang="en-US" altLang="zh-CN" sz="2400" dirty="0"/>
              <a:t>4.</a:t>
            </a:r>
            <a:r>
              <a:rPr lang="zh-CN" altLang="en-US" sz="2400" dirty="0"/>
              <a:t>遍历图层中每个</a:t>
            </a:r>
            <a:r>
              <a:rPr lang="en-US" altLang="zh-CN" sz="2400" dirty="0"/>
              <a:t>feature</a:t>
            </a:r>
            <a:r>
              <a:rPr lang="zh-CN" altLang="en-US" sz="2400" dirty="0"/>
              <a:t>，获得每个</a:t>
            </a:r>
            <a:r>
              <a:rPr lang="en-US" altLang="zh-CN" sz="2400" dirty="0"/>
              <a:t>feature</a:t>
            </a:r>
            <a:r>
              <a:rPr lang="zh-CN" altLang="en-US" sz="2400" dirty="0"/>
              <a:t>的</a:t>
            </a:r>
            <a:r>
              <a:rPr lang="en-US" altLang="zh-CN" sz="2400" dirty="0"/>
              <a:t>ID</a:t>
            </a:r>
          </a:p>
          <a:p>
            <a:pPr>
              <a:lnSpc>
                <a:spcPct val="120000"/>
              </a:lnSpc>
            </a:pPr>
            <a:r>
              <a:rPr lang="en-US" altLang="zh-CN" sz="2400" dirty="0"/>
              <a:t>5.</a:t>
            </a:r>
            <a:r>
              <a:rPr lang="zh-CN" altLang="en-US" sz="2400" dirty="0"/>
              <a:t>获得</a:t>
            </a:r>
            <a:r>
              <a:rPr lang="en-US" altLang="zh-CN" sz="2400" dirty="0" err="1"/>
              <a:t>img</a:t>
            </a:r>
            <a:r>
              <a:rPr lang="zh-CN" altLang="en-US" sz="2400" dirty="0"/>
              <a:t>的空间投影坐标系统和六个转换参数</a:t>
            </a:r>
          </a:p>
          <a:p>
            <a:pPr>
              <a:lnSpc>
                <a:spcPct val="120000"/>
              </a:lnSpc>
            </a:pPr>
            <a:r>
              <a:rPr lang="en-US" altLang="zh-CN" sz="2400" dirty="0"/>
              <a:t>6.</a:t>
            </a:r>
            <a:r>
              <a:rPr lang="zh-CN" altLang="en-US" sz="2400" dirty="0"/>
              <a:t>获取每个</a:t>
            </a:r>
            <a:r>
              <a:rPr lang="en-US" altLang="zh-CN" sz="2400" dirty="0"/>
              <a:t>feature</a:t>
            </a:r>
            <a:r>
              <a:rPr lang="zh-CN" altLang="en-US" sz="2400" dirty="0"/>
              <a:t>的空间坐标，并计算像素偏移</a:t>
            </a:r>
          </a:p>
          <a:p>
            <a:pPr>
              <a:lnSpc>
                <a:spcPct val="120000"/>
              </a:lnSpc>
            </a:pPr>
            <a:r>
              <a:rPr lang="en-US" altLang="zh-CN" sz="2400" dirty="0"/>
              <a:t>7.</a:t>
            </a:r>
            <a:r>
              <a:rPr lang="zh-CN" altLang="en-US" sz="2400" dirty="0"/>
              <a:t>循环每个波段，获取波段在像素偏移点的值</a:t>
            </a:r>
          </a:p>
          <a:p>
            <a:pPr>
              <a:lnSpc>
                <a:spcPct val="120000"/>
              </a:lnSpc>
            </a:pPr>
            <a:r>
              <a:rPr lang="en-US" altLang="zh-CN" sz="2400" dirty="0"/>
              <a:t>8.</a:t>
            </a:r>
            <a:r>
              <a:rPr lang="zh-CN" altLang="en-US" sz="2400" dirty="0"/>
              <a:t>输出</a:t>
            </a:r>
            <a:r>
              <a:rPr lang="en-US" altLang="zh-CN" sz="2400" dirty="0"/>
              <a:t>ID</a:t>
            </a:r>
            <a:r>
              <a:rPr lang="zh-CN" altLang="en-US" sz="2400" dirty="0"/>
              <a:t>和三个波段像素点的值</a:t>
            </a:r>
          </a:p>
          <a:p>
            <a:pPr>
              <a:lnSpc>
                <a:spcPct val="120000"/>
              </a:lnSpc>
            </a:pPr>
            <a:r>
              <a:rPr lang="en-US" altLang="zh-CN" sz="2400" dirty="0"/>
              <a:t>9.</a:t>
            </a:r>
            <a:r>
              <a:rPr lang="zh-CN" altLang="en-US" sz="2400" dirty="0"/>
              <a:t>释放</a:t>
            </a:r>
            <a:r>
              <a:rPr lang="en-US" altLang="zh-CN" sz="2400" dirty="0" err="1" smtClean="0"/>
              <a:t>shp</a:t>
            </a:r>
            <a:endParaRPr lang="zh-CN" altLang="en-US" sz="2400" dirty="0"/>
          </a:p>
        </p:txBody>
      </p:sp>
      <p:sp>
        <p:nvSpPr>
          <p:cNvPr id="2" name="矩形 1"/>
          <p:cNvSpPr/>
          <p:nvPr/>
        </p:nvSpPr>
        <p:spPr>
          <a:xfrm>
            <a:off x="6447064" y="2837001"/>
            <a:ext cx="4933950" cy="1569660"/>
          </a:xfrm>
          <a:prstGeom prst="rect">
            <a:avLst/>
          </a:prstGeom>
        </p:spPr>
        <p:txBody>
          <a:bodyPr wrap="square">
            <a:spAutoFit/>
          </a:bodyPr>
          <a:lstStyle/>
          <a:p>
            <a:pPr>
              <a:lnSpc>
                <a:spcPct val="100000"/>
              </a:lnSpc>
            </a:pPr>
            <a:r>
              <a:rPr lang="zh-CN" altLang="en-US" sz="2400" b="1" u="sng" dirty="0" smtClean="0"/>
              <a:t>将</a:t>
            </a:r>
            <a:r>
              <a:rPr lang="en-US" altLang="zh-CN" sz="2400" b="1" u="sng" dirty="0"/>
              <a:t>.</a:t>
            </a:r>
            <a:r>
              <a:rPr lang="en-US" altLang="zh-CN" sz="2400" b="1" u="sng" dirty="0" err="1"/>
              <a:t>ipynb</a:t>
            </a:r>
            <a:r>
              <a:rPr lang="zh-CN" altLang="en-US" sz="2400" b="1" u="sng" dirty="0"/>
              <a:t>文件命名为“姓名</a:t>
            </a:r>
            <a:r>
              <a:rPr lang="en-US" altLang="zh-CN" sz="2400" b="1" u="sng" dirty="0"/>
              <a:t>_</a:t>
            </a:r>
            <a:r>
              <a:rPr lang="zh-CN" altLang="en-US" sz="2400" b="1" u="sng" dirty="0"/>
              <a:t>学号</a:t>
            </a:r>
            <a:r>
              <a:rPr lang="en-US" altLang="zh-CN" sz="2400" b="1" u="sng" dirty="0"/>
              <a:t>_</a:t>
            </a:r>
            <a:r>
              <a:rPr lang="en-US" altLang="zh-CN" sz="2400" b="1" u="sng" dirty="0" smtClean="0"/>
              <a:t>HW2</a:t>
            </a:r>
            <a:r>
              <a:rPr lang="zh-CN" altLang="en-US" sz="2400" b="1" u="sng" dirty="0" smtClean="0"/>
              <a:t>”在</a:t>
            </a:r>
            <a:r>
              <a:rPr lang="en-US" altLang="zh-CN" sz="2400" b="1" u="sng" dirty="0" smtClean="0"/>
              <a:t>10.13</a:t>
            </a:r>
            <a:r>
              <a:rPr lang="zh-CN" altLang="en-US" sz="2400" b="1" u="sng" dirty="0" smtClean="0"/>
              <a:t>日晚</a:t>
            </a:r>
            <a:r>
              <a:rPr lang="en-US" altLang="zh-CN" sz="2400" b="1" u="sng" dirty="0"/>
              <a:t>24:00</a:t>
            </a:r>
            <a:r>
              <a:rPr lang="zh-CN" altLang="en-US" sz="2400" b="1" u="sng" dirty="0" smtClean="0"/>
              <a:t>前由学委统一发送</a:t>
            </a:r>
            <a:r>
              <a:rPr lang="zh-CN" altLang="en-US" sz="2400" b="1" u="sng" dirty="0"/>
              <a:t>至</a:t>
            </a:r>
            <a:r>
              <a:rPr lang="en-US" altLang="zh-CN" sz="2400" b="1" u="sng" dirty="0"/>
              <a:t>dongn6@mail.sysu.edu.cn  </a:t>
            </a:r>
          </a:p>
        </p:txBody>
      </p:sp>
    </p:spTree>
    <p:extLst>
      <p:ext uri="{BB962C8B-B14F-4D97-AF65-F5344CB8AC3E}">
        <p14:creationId xmlns:p14="http://schemas.microsoft.com/office/powerpoint/2010/main" val="44837807"/>
      </p:ext>
    </p:extLst>
  </p:cSld>
  <p:clrMapOvr>
    <a:masterClrMapping/>
  </p:clrMapOvr>
  <p:transition spd="slow"/>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p:txBody>
          <a:bodyPr/>
          <a:lstStyle/>
          <a:p>
            <a:endParaRPr lang="zh-CN" altLang="en-US"/>
          </a:p>
        </p:txBody>
      </p:sp>
      <p:sp>
        <p:nvSpPr>
          <p:cNvPr id="4" name="页脚占位符 3"/>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200" b="0" i="0" u="none" strike="noStrike" kern="1200" cap="none" spc="0" normalizeH="0" baseline="0" noProof="0" dirty="0" smtClean="0">
                <a:ln>
                  <a:noFill/>
                </a:ln>
                <a:solidFill>
                  <a:srgbClr val="000000">
                    <a:tint val="75000"/>
                  </a:srgbClr>
                </a:solidFill>
                <a:effectLst/>
                <a:uLnTx/>
                <a:uFillTx/>
                <a:latin typeface="Arial"/>
                <a:ea typeface="等线"/>
                <a:cs typeface="+mn-cs"/>
              </a:rPr>
              <a:t>1</a:t>
            </a:r>
            <a:endParaRPr kumimoji="0" lang="zh-CN" altLang="en-US" sz="1200" b="0" i="0" u="none" strike="noStrike" kern="1200" cap="none" spc="0" normalizeH="0" baseline="0" noProof="0" dirty="0">
              <a:ln>
                <a:noFill/>
              </a:ln>
              <a:solidFill>
                <a:srgbClr val="000000">
                  <a:tint val="75000"/>
                </a:srgbClr>
              </a:solidFill>
              <a:effectLst/>
              <a:uLnTx/>
              <a:uFillTx/>
              <a:latin typeface="Arial"/>
              <a:ea typeface="等线"/>
              <a:cs typeface="+mn-cs"/>
            </a:endParaRPr>
          </a:p>
        </p:txBody>
      </p:sp>
      <p:sp>
        <p:nvSpPr>
          <p:cNvPr id="5" name="矩形 4"/>
          <p:cNvSpPr/>
          <p:nvPr/>
        </p:nvSpPr>
        <p:spPr>
          <a:xfrm>
            <a:off x="4772561" y="2967335"/>
            <a:ext cx="2646878" cy="923330"/>
          </a:xfrm>
          <a:prstGeom prst="rect">
            <a:avLst/>
          </a:prstGeom>
          <a:noFill/>
        </p:spPr>
        <p:txBody>
          <a:bodyPr wrap="none" lIns="91440" tIns="45720" rIns="91440" bIns="45720">
            <a:spAutoFit/>
          </a:bodyPr>
          <a:lstStyle/>
          <a:p>
            <a:pPr algn="ctr"/>
            <a:r>
              <a:rPr lang="zh-CN" altLang="en-US" sz="5400" b="0" cap="none" spc="0" dirty="0" smtClean="0">
                <a:ln w="0"/>
                <a:solidFill>
                  <a:schemeClr val="tx1"/>
                </a:solidFill>
                <a:effectLst>
                  <a:outerShdw blurRad="38100" dist="19050" dir="2700000" algn="tl" rotWithShape="0">
                    <a:schemeClr val="dk1">
                      <a:alpha val="40000"/>
                    </a:schemeClr>
                  </a:outerShdw>
                </a:effectLst>
              </a:rPr>
              <a:t>谢  谢！</a:t>
            </a:r>
            <a:endParaRPr lang="en-US" altLang="zh-CN" sz="5400" b="0" cap="none" spc="0" dirty="0" smtClean="0">
              <a:ln w="0"/>
              <a:solidFill>
                <a:schemeClr val="tx1"/>
              </a:solidFill>
              <a:effectLst>
                <a:outerShdw blurRad="38100" dist="19050" dir="2700000" algn="tl" rotWithShape="0">
                  <a:schemeClr val="dk1">
                    <a:alpha val="40000"/>
                  </a:schemeClr>
                </a:outerShdw>
              </a:effectLst>
            </a:endParaRPr>
          </a:p>
        </p:txBody>
      </p:sp>
    </p:spTree>
    <p:extLst>
      <p:ext uri="{BB962C8B-B14F-4D97-AF65-F5344CB8AC3E}">
        <p14:creationId xmlns:p14="http://schemas.microsoft.com/office/powerpoint/2010/main" val="393636394"/>
      </p:ext>
    </p:extLst>
  </p:cSld>
  <p:clrMapOvr>
    <a:masterClrMapping/>
  </p:clrMapOvr>
  <p:transition spd="slow"/>
  <p:timing>
    <p:tnLst>
      <p:par>
        <p:cTn id="1" dur="indefinite" restart="never" nodeType="tmRoot"/>
      </p:par>
    </p:tnLst>
  </p:timing>
</p:sld>
</file>

<file path=ppt/theme/theme1.xml><?xml version="1.0" encoding="utf-8"?>
<a:theme xmlns:a="http://schemas.openxmlformats.org/drawingml/2006/main" name="默认设计模板">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9EDEE"/>
      </a:accent5>
      <a:accent6>
        <a:srgbClr val="2D2D89"/>
      </a:accent6>
      <a:hlink>
        <a:srgbClr val="009999"/>
      </a:hlink>
      <a:folHlink>
        <a:srgbClr val="99CC00"/>
      </a:folHlink>
    </a:clrScheme>
    <a:fontScheme name="">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raClrScheme>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9EDEE"/>
        </a:accent5>
        <a:accent6>
          <a:srgbClr val="2D2D89"/>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4"/>
        </a:accent5>
        <a:accent6>
          <a:srgbClr val="E5895B"/>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7B7E5"/>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
        <a:dk1>
          <a:srgbClr val="000000"/>
        </a:dk1>
        <a:lt1>
          <a:srgbClr val="DEF6F1"/>
        </a:lt1>
        <a:dk2>
          <a:srgbClr val="000000"/>
        </a:dk2>
        <a:lt2>
          <a:srgbClr val="969696"/>
        </a:lt2>
        <a:accent1>
          <a:srgbClr val="FFFFFF"/>
        </a:accent1>
        <a:accent2>
          <a:srgbClr val="8DC6FF"/>
        </a:accent2>
        <a:accent3>
          <a:srgbClr val="EBFAF7"/>
        </a:accent3>
        <a:accent4>
          <a:srgbClr val="000000"/>
        </a:accent4>
        <a:accent5>
          <a:srgbClr val="FFFFFF"/>
        </a:accent5>
        <a:accent6>
          <a:srgbClr val="7EB1E5"/>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7B7"/>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
        <a:dk1>
          <a:srgbClr val="FFFFFF"/>
        </a:dk1>
        <a:lt1>
          <a:srgbClr val="008080"/>
        </a:lt1>
        <a:dk2>
          <a:srgbClr val="FFFF99"/>
        </a:dk2>
        <a:lt2>
          <a:srgbClr val="005A58"/>
        </a:lt2>
        <a:accent1>
          <a:srgbClr val="006462"/>
        </a:accent1>
        <a:accent2>
          <a:srgbClr val="6D6FC7"/>
        </a:accent2>
        <a:accent3>
          <a:srgbClr val="AAC1C1"/>
        </a:accent3>
        <a:accent4>
          <a:srgbClr val="DCDCDC"/>
        </a:accent4>
        <a:accent5>
          <a:srgbClr val="AAB8B8"/>
        </a:accent5>
        <a:accent6>
          <a:srgbClr val="6163B2"/>
        </a:accent6>
        <a:hlink>
          <a:srgbClr val="00FFFF"/>
        </a:hlink>
        <a:folHlink>
          <a:srgbClr val="00FF00"/>
        </a:folHlink>
      </a:clrScheme>
      <a:clrMap bg1="lt1" tx1="dk1" bg2="lt2" tx2="dk2" accent1="accent1" accent2="accent2" accent3="accent3" accent4="accent4" accent5="accent5" accent6="accent6" hlink="hlink" folHlink="folHlink"/>
    </a:extraClrScheme>
    <a:extraClrScheme>
      <a:clrScheme name="">
        <a:dk1>
          <a:srgbClr val="FFFFFF"/>
        </a:dk1>
        <a:lt1>
          <a:srgbClr val="800000"/>
        </a:lt1>
        <a:dk2>
          <a:srgbClr val="DFD293"/>
        </a:dk2>
        <a:lt2>
          <a:srgbClr val="5C1F00"/>
        </a:lt2>
        <a:accent1>
          <a:srgbClr val="CC3300"/>
        </a:accent1>
        <a:accent2>
          <a:srgbClr val="BE7960"/>
        </a:accent2>
        <a:accent3>
          <a:srgbClr val="C1AAAA"/>
        </a:accent3>
        <a:accent4>
          <a:srgbClr val="DCDCDC"/>
        </a:accent4>
        <a:accent5>
          <a:srgbClr val="E2ADAA"/>
        </a:accent5>
        <a:accent6>
          <a:srgbClr val="AA6C55"/>
        </a:accent6>
        <a:hlink>
          <a:srgbClr val="FFFF99"/>
        </a:hlink>
        <a:folHlink>
          <a:srgbClr val="D3A219"/>
        </a:folHlink>
      </a:clrScheme>
      <a:clrMap bg1="lt1" tx1="dk1" bg2="lt2" tx2="dk2" accent1="accent1" accent2="accent2" accent3="accent3" accent4="accent4" accent5="accent5" accent6="accent6" hlink="hlink" folHlink="folHlink"/>
    </a:extraClrScheme>
    <a:extraClrScheme>
      <a:clrScheme name="">
        <a:dk1>
          <a:srgbClr val="FFFFFF"/>
        </a:dk1>
        <a:lt1>
          <a:srgbClr val="000099"/>
        </a:lt1>
        <a:dk2>
          <a:srgbClr val="CCFFFF"/>
        </a:dk2>
        <a:lt2>
          <a:srgbClr val="003366"/>
        </a:lt2>
        <a:accent1>
          <a:srgbClr val="3366CC"/>
        </a:accent1>
        <a:accent2>
          <a:srgbClr val="00B000"/>
        </a:accent2>
        <a:accent3>
          <a:srgbClr val="AAAACA"/>
        </a:accent3>
        <a:accent4>
          <a:srgbClr val="DCDCDC"/>
        </a:accent4>
        <a:accent5>
          <a:srgbClr val="ADB9E2"/>
        </a:accent5>
        <a:accent6>
          <a:srgbClr val="009D00"/>
        </a:accent6>
        <a:hlink>
          <a:srgbClr val="66CCFF"/>
        </a:hlink>
        <a:folHlink>
          <a:srgbClr val="FFE701"/>
        </a:folHlink>
      </a:clrScheme>
      <a:clrMap bg1="lt1" tx1="dk1" bg2="lt2" tx2="dk2" accent1="accent1" accent2="accent2" accent3="accent3" accent4="accent4" accent5="accent5" accent6="accent6" hlink="hlink" folHlink="folHlink"/>
    </a:extraClrScheme>
    <a:extraClrScheme>
      <a:clrScheme name="">
        <a:dk1>
          <a:srgbClr val="FFFFFF"/>
        </a:dk1>
        <a:lt1>
          <a:srgbClr val="000000"/>
        </a:lt1>
        <a:dk2>
          <a:srgbClr val="E3EBF1"/>
        </a:dk2>
        <a:lt2>
          <a:srgbClr val="336699"/>
        </a:lt2>
        <a:accent1>
          <a:srgbClr val="003399"/>
        </a:accent1>
        <a:accent2>
          <a:srgbClr val="468A4B"/>
        </a:accent2>
        <a:accent3>
          <a:srgbClr val="AAAAAA"/>
        </a:accent3>
        <a:accent4>
          <a:srgbClr val="DCDCDC"/>
        </a:accent4>
        <a:accent5>
          <a:srgbClr val="AAADCA"/>
        </a:accent5>
        <a:accent6>
          <a:srgbClr val="3E7B43"/>
        </a:accent6>
        <a:hlink>
          <a:srgbClr val="66CCFF"/>
        </a:hlink>
        <a:folHlink>
          <a:srgbClr val="F0E500"/>
        </a:folHlink>
      </a:clrScheme>
      <a:clrMap bg1="lt1" tx1="dk1" bg2="lt2" tx2="dk2" accent1="accent1" accent2="accent2" accent3="accent3" accent4="accent4" accent5="accent5" accent6="accent6" hlink="hlink" folHlink="folHlink"/>
    </a:extraClrScheme>
    <a:extraClrScheme>
      <a:clrScheme name="">
        <a:dk1>
          <a:srgbClr val="FFFFFF"/>
        </a:dk1>
        <a:lt1>
          <a:srgbClr val="686B5D"/>
        </a:lt1>
        <a:dk2>
          <a:srgbClr val="D1D1CB"/>
        </a:dk2>
        <a:lt2>
          <a:srgbClr val="777777"/>
        </a:lt2>
        <a:accent1>
          <a:srgbClr val="909082"/>
        </a:accent1>
        <a:accent2>
          <a:srgbClr val="809EA8"/>
        </a:accent2>
        <a:accent3>
          <a:srgbClr val="B9BAB6"/>
        </a:accent3>
        <a:accent4>
          <a:srgbClr val="DCDCDC"/>
        </a:accent4>
        <a:accent5>
          <a:srgbClr val="C7C7C1"/>
        </a:accent5>
        <a:accent6>
          <a:srgbClr val="728D96"/>
        </a:accent6>
        <a:hlink>
          <a:srgbClr val="FFCC66"/>
        </a:hlink>
        <a:folHlink>
          <a:srgbClr val="E9DCB9"/>
        </a:folHlink>
      </a:clrScheme>
      <a:clrMap bg1="lt1" tx1="dk1" bg2="lt2" tx2="dk2" accent1="accent1" accent2="accent2" accent3="accent3" accent4="accent4" accent5="accent5" accent6="accent6" hlink="hlink" folHlink="folHlink"/>
    </a:extraClrScheme>
    <a:extraClrScheme>
      <a:clrScheme name="">
        <a:dk1>
          <a:srgbClr val="FFFFFF"/>
        </a:dk1>
        <a:lt1>
          <a:srgbClr val="666699"/>
        </a:lt1>
        <a:dk2>
          <a:srgbClr val="FFFFFF"/>
        </a:dk2>
        <a:lt2>
          <a:srgbClr val="3E3E5C"/>
        </a:lt2>
        <a:accent1>
          <a:srgbClr val="60597B"/>
        </a:accent1>
        <a:accent2>
          <a:srgbClr val="6666FF"/>
        </a:accent2>
        <a:accent3>
          <a:srgbClr val="B9B9CA"/>
        </a:accent3>
        <a:accent4>
          <a:srgbClr val="DCDCDC"/>
        </a:accent4>
        <a:accent5>
          <a:srgbClr val="B7B5BF"/>
        </a:accent5>
        <a:accent6>
          <a:srgbClr val="5B5BE5"/>
        </a:accent6>
        <a:hlink>
          <a:srgbClr val="99CCFF"/>
        </a:hlink>
        <a:folHlink>
          <a:srgbClr val="FFFF99"/>
        </a:folHlink>
      </a:clrScheme>
      <a:clrMap bg1="lt1" tx1="dk1" bg2="lt2" tx2="dk2" accent1="accent1" accent2="accent2" accent3="accent3" accent4="accent4" accent5="accent5" accent6="accent6" hlink="hlink" folHlink="folHlink"/>
    </a:extraClrScheme>
    <a:extraClrScheme>
      <a:clrScheme name="">
        <a:dk1>
          <a:srgbClr val="FFFFFF"/>
        </a:dk1>
        <a:lt1>
          <a:srgbClr val="523E26"/>
        </a:lt1>
        <a:dk2>
          <a:srgbClr val="DFC08D"/>
        </a:dk2>
        <a:lt2>
          <a:srgbClr val="2D2015"/>
        </a:lt2>
        <a:accent1>
          <a:srgbClr val="8C7B70"/>
        </a:accent1>
        <a:accent2>
          <a:srgbClr val="8F5F2F"/>
        </a:accent2>
        <a:accent3>
          <a:srgbClr val="B3AFAB"/>
        </a:accent3>
        <a:accent4>
          <a:srgbClr val="DCDCDC"/>
        </a:accent4>
        <a:accent5>
          <a:srgbClr val="C5BFBC"/>
        </a:accent5>
        <a:accent6>
          <a:srgbClr val="805529"/>
        </a:accent6>
        <a:hlink>
          <a:srgbClr val="CCB400"/>
        </a:hlink>
        <a:folHlink>
          <a:srgbClr val="8C9EA0"/>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rgbClr val="000000"/>
      </a:dk1>
      <a:lt1>
        <a:srgbClr val="FFFFFF"/>
      </a:lt1>
      <a:dk2>
        <a:srgbClr val="778495"/>
      </a:dk2>
      <a:lt2>
        <a:srgbClr val="F0F0F0"/>
      </a:lt2>
      <a:accent1>
        <a:srgbClr val="4276AA"/>
      </a:accent1>
      <a:accent2>
        <a:srgbClr val="178AA1"/>
      </a:accent2>
      <a:accent3>
        <a:srgbClr val="40A693"/>
      </a:accent3>
      <a:accent4>
        <a:srgbClr val="5268A5"/>
      </a:accent4>
      <a:accent5>
        <a:srgbClr val="5E5CA2"/>
      </a:accent5>
      <a:accent6>
        <a:srgbClr val="778495"/>
      </a:accent6>
      <a:hlink>
        <a:srgbClr val="4276AA"/>
      </a:hlink>
      <a:folHlink>
        <a:srgbClr val="BFBFBF"/>
      </a:folHlink>
    </a:clrScheme>
    <a:fontScheme name="umv3b5mn">
      <a:majorFont>
        <a:latin typeface="Arial"/>
        <a:ea typeface="等线"/>
        <a:cs typeface=""/>
      </a:majorFont>
      <a:minorFont>
        <a:latin typeface="Arial"/>
        <a:ea typeface="等线"/>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spPr>
      <a:bodyPr wrap="square" rtlCol="0">
        <a:spAutoFit/>
      </a:bodyPr>
      <a:lstStyle>
        <a:defPPr algn="ctr">
          <a:lnSpc>
            <a:spcPct val="150000"/>
          </a:lnSpc>
          <a:defRPr dirty="0" smtClean="0">
            <a:latin typeface="Times New Roman" panose="02020603050405020304" pitchFamily="18" charset="0"/>
            <a:ea typeface="微软雅黑" panose="020B0503020204020204" pitchFamily="34" charset="-122"/>
          </a:defRPr>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20630</TotalTime>
  <Words>4814</Words>
  <Application>Microsoft Office PowerPoint</Application>
  <PresentationFormat>宽屏</PresentationFormat>
  <Paragraphs>522</Paragraphs>
  <Slides>44</Slides>
  <Notes>20</Notes>
  <HiddenSlides>0</HiddenSlides>
  <MMClips>0</MMClips>
  <ScaleCrop>false</ScaleCrop>
  <HeadingPairs>
    <vt:vector size="6" baseType="variant">
      <vt:variant>
        <vt:lpstr>已用的字体</vt:lpstr>
      </vt:variant>
      <vt:variant>
        <vt:i4>12</vt:i4>
      </vt:variant>
      <vt:variant>
        <vt:lpstr>主题</vt:lpstr>
      </vt:variant>
      <vt:variant>
        <vt:i4>2</vt:i4>
      </vt:variant>
      <vt:variant>
        <vt:lpstr>幻灯片标题</vt:lpstr>
      </vt:variant>
      <vt:variant>
        <vt:i4>44</vt:i4>
      </vt:variant>
    </vt:vector>
  </HeadingPairs>
  <TitlesOfParts>
    <vt:vector size="58" baseType="lpstr">
      <vt:lpstr>LMSans8-Regular-Identity-H</vt:lpstr>
      <vt:lpstr>PingFang SC</vt:lpstr>
      <vt:lpstr>YaHei_Monaco-R</vt:lpstr>
      <vt:lpstr>等线</vt:lpstr>
      <vt:lpstr>仿宋</vt:lpstr>
      <vt:lpstr>黑体</vt:lpstr>
      <vt:lpstr>宋体</vt:lpstr>
      <vt:lpstr>微软雅黑</vt:lpstr>
      <vt:lpstr>微软雅黑</vt:lpstr>
      <vt:lpstr>Arial</vt:lpstr>
      <vt:lpstr>Cambria Math</vt:lpstr>
      <vt:lpstr>Times New Roman</vt:lpstr>
      <vt:lpstr>默认设计模板</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董娜</dc:creator>
  <cp:lastModifiedBy>董娜</cp:lastModifiedBy>
  <cp:revision>246</cp:revision>
  <dcterms:created xsi:type="dcterms:W3CDTF">2021-07-19T14:43:53Z</dcterms:created>
  <dcterms:modified xsi:type="dcterms:W3CDTF">2025-09-23T03:02:23Z</dcterms:modified>
</cp:coreProperties>
</file>